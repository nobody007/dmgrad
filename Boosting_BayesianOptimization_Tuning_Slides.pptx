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6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7"/>
          <c:y val="0.12"/>
          <c:w val="0.9"/>
          <c:h val="0.72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참 함수 (모름)</c:v>
                </c:pt>
              </c:strCache>
            </c:strRef>
          </c:tx>
          <c:spPr>
            <a:solidFill>
              <a:srgbClr val="B8C0CC"/>
            </a:solidFill>
            <a:ln w="31750" cap="flat">
              <a:solidFill>
                <a:srgbClr val="B8C0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0CC"/>
              </a:solidFill>
              <a:ln w="9525" cap="flat">
                <a:solidFill>
                  <a:srgbClr val="B8C0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</c:v>
                  </c:pt>
                </c:lvl>
              </c:multiLvlStrCache>
            </c:multiLvlStr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-0.5</c:v>
                </c:pt>
                <c:pt idx="1">
                  <c:v>-0.4024</c:v>
                </c:pt>
                <c:pt idx="2">
                  <c:v>-0.3066</c:v>
                </c:pt>
                <c:pt idx="3">
                  <c:v>-0.2137</c:v>
                </c:pt>
                <c:pt idx="4">
                  <c:v>-0.1251</c:v>
                </c:pt>
                <c:pt idx="5">
                  <c:v>-0.0419</c:v>
                </c:pt>
                <c:pt idx="6">
                  <c:v>0.0348</c:v>
                </c:pt>
                <c:pt idx="7">
                  <c:v>0.1039</c:v>
                </c:pt>
                <c:pt idx="8">
                  <c:v>0.1646</c:v>
                </c:pt>
                <c:pt idx="9">
                  <c:v>0.2163</c:v>
                </c:pt>
                <c:pt idx="10">
                  <c:v>0.2581</c:v>
                </c:pt>
                <c:pt idx="11">
                  <c:v>0.2899</c:v>
                </c:pt>
                <c:pt idx="12">
                  <c:v>0.3112</c:v>
                </c:pt>
                <c:pt idx="13">
                  <c:v>0.3219</c:v>
                </c:pt>
                <c:pt idx="14">
                  <c:v>0.3223</c:v>
                </c:pt>
                <c:pt idx="15">
                  <c:v>0.3124</c:v>
                </c:pt>
                <c:pt idx="16">
                  <c:v>0.2927</c:v>
                </c:pt>
                <c:pt idx="17">
                  <c:v>0.2637</c:v>
                </c:pt>
                <c:pt idx="18">
                  <c:v>0.2263</c:v>
                </c:pt>
                <c:pt idx="19">
                  <c:v>0.1811</c:v>
                </c:pt>
                <c:pt idx="20">
                  <c:v>0.1293</c:v>
                </c:pt>
                <c:pt idx="21">
                  <c:v>0.0718</c:v>
                </c:pt>
                <c:pt idx="22">
                  <c:v>0.0099</c:v>
                </c:pt>
                <c:pt idx="23">
                  <c:v>-0.0552</c:v>
                </c:pt>
                <c:pt idx="24">
                  <c:v>-0.1222</c:v>
                </c:pt>
                <c:pt idx="25">
                  <c:v>-0.1899</c:v>
                </c:pt>
                <c:pt idx="26">
                  <c:v>-0.2569</c:v>
                </c:pt>
                <c:pt idx="27">
                  <c:v>-0.3219</c:v>
                </c:pt>
                <c:pt idx="28">
                  <c:v>-0.3836</c:v>
                </c:pt>
                <c:pt idx="29">
                  <c:v>-0.4409</c:v>
                </c:pt>
                <c:pt idx="30">
                  <c:v>-0.4927</c:v>
                </c:pt>
                <c:pt idx="31">
                  <c:v>-0.5378</c:v>
                </c:pt>
                <c:pt idx="32">
                  <c:v>-0.5756</c:v>
                </c:pt>
                <c:pt idx="33">
                  <c:v>-0.605</c:v>
                </c:pt>
                <c:pt idx="34">
                  <c:v>-0.6257</c:v>
                </c:pt>
                <c:pt idx="35">
                  <c:v>-0.6371</c:v>
                </c:pt>
                <c:pt idx="36">
                  <c:v>-0.6388</c:v>
                </c:pt>
                <c:pt idx="37">
                  <c:v>-0.6308</c:v>
                </c:pt>
                <c:pt idx="38">
                  <c:v>-0.6131</c:v>
                </c:pt>
                <c:pt idx="39">
                  <c:v>-0.5859</c:v>
                </c:pt>
                <c:pt idx="40">
                  <c:v>-0.5495</c:v>
                </c:pt>
                <c:pt idx="41">
                  <c:v>-0.5045</c:v>
                </c:pt>
                <c:pt idx="42">
                  <c:v>-0.4515</c:v>
                </c:pt>
                <c:pt idx="43">
                  <c:v>-0.3914</c:v>
                </c:pt>
                <c:pt idx="44">
                  <c:v>-0.3248</c:v>
                </c:pt>
                <c:pt idx="45">
                  <c:v>-0.253</c:v>
                </c:pt>
                <c:pt idx="46">
                  <c:v>-0.1768</c:v>
                </c:pt>
                <c:pt idx="47">
                  <c:v>-0.0974</c:v>
                </c:pt>
                <c:pt idx="48">
                  <c:v>-0.016</c:v>
                </c:pt>
                <c:pt idx="49">
                  <c:v>0.0665</c:v>
                </c:pt>
                <c:pt idx="50">
                  <c:v>0.1489</c:v>
                </c:pt>
                <c:pt idx="51">
                  <c:v>0.2302</c:v>
                </c:pt>
                <c:pt idx="52">
                  <c:v>0.3093</c:v>
                </c:pt>
                <c:pt idx="53">
                  <c:v>0.3854</c:v>
                </c:pt>
                <c:pt idx="54">
                  <c:v>0.4576</c:v>
                </c:pt>
                <c:pt idx="55">
                  <c:v>0.5252</c:v>
                </c:pt>
                <c:pt idx="56">
                  <c:v>0.5874</c:v>
                </c:pt>
                <c:pt idx="57">
                  <c:v>0.6436</c:v>
                </c:pt>
                <c:pt idx="58">
                  <c:v>0.6932</c:v>
                </c:pt>
                <c:pt idx="59">
                  <c:v>0.7357</c:v>
                </c:pt>
                <c:pt idx="60">
                  <c:v>0.7706</c:v>
                </c:pt>
                <c:pt idx="61">
                  <c:v>0.7972</c:v>
                </c:pt>
                <c:pt idx="62">
                  <c:v>0.8152</c:v>
                </c:pt>
                <c:pt idx="63">
                  <c:v>0.824</c:v>
                </c:pt>
                <c:pt idx="64">
                  <c:v>0.8232</c:v>
                </c:pt>
                <c:pt idx="65">
                  <c:v>0.8122</c:v>
                </c:pt>
                <c:pt idx="66">
                  <c:v>0.7908</c:v>
                </c:pt>
                <c:pt idx="67">
                  <c:v>0.7587</c:v>
                </c:pt>
                <c:pt idx="68">
                  <c:v>0.7158</c:v>
                </c:pt>
                <c:pt idx="69">
                  <c:v>0.6622</c:v>
                </c:pt>
                <c:pt idx="70">
                  <c:v>0.5983</c:v>
                </c:pt>
                <c:pt idx="71">
                  <c:v>0.5246</c:v>
                </c:pt>
                <c:pt idx="72">
                  <c:v>0.442</c:v>
                </c:pt>
                <c:pt idx="73">
                  <c:v>0.3518</c:v>
                </c:pt>
                <c:pt idx="74">
                  <c:v>0.2553</c:v>
                </c:pt>
                <c:pt idx="75">
                  <c:v>0.1542</c:v>
                </c:pt>
                <c:pt idx="76">
                  <c:v>0.0504</c:v>
                </c:pt>
                <c:pt idx="77">
                  <c:v>-0.054</c:v>
                </c:pt>
                <c:pt idx="78">
                  <c:v>-0.157</c:v>
                </c:pt>
                <c:pt idx="79">
                  <c:v>-0.2564</c:v>
                </c:pt>
                <c:pt idx="80">
                  <c:v>-0.3504</c:v>
                </c:pt>
                <c:pt idx="81">
                  <c:v>-0.437</c:v>
                </c:pt>
                <c:pt idx="82">
                  <c:v>-0.5146</c:v>
                </c:pt>
                <c:pt idx="83">
                  <c:v>-0.582</c:v>
                </c:pt>
                <c:pt idx="84">
                  <c:v>-0.638</c:v>
                </c:pt>
                <c:pt idx="85">
                  <c:v>-0.6821</c:v>
                </c:pt>
                <c:pt idx="86">
                  <c:v>-0.7137</c:v>
                </c:pt>
                <c:pt idx="87">
                  <c:v>-0.7328</c:v>
                </c:pt>
                <c:pt idx="88">
                  <c:v>-0.7398</c:v>
                </c:pt>
                <c:pt idx="89">
                  <c:v>-0.7351</c:v>
                </c:pt>
                <c:pt idx="90">
                  <c:v>-0.7195</c:v>
                </c:pt>
                <c:pt idx="91">
                  <c:v>-0.6941</c:v>
                </c:pt>
                <c:pt idx="92">
                  <c:v>-0.66</c:v>
                </c:pt>
                <c:pt idx="93">
                  <c:v>-0.6185</c:v>
                </c:pt>
                <c:pt idx="94">
                  <c:v>-0.571</c:v>
                </c:pt>
                <c:pt idx="95">
                  <c:v>-0.5191</c:v>
                </c:pt>
                <c:pt idx="96">
                  <c:v>-0.4642</c:v>
                </c:pt>
                <c:pt idx="97">
                  <c:v>-0.4079</c:v>
                </c:pt>
                <c:pt idx="98">
                  <c:v>-0.3516</c:v>
                </c:pt>
                <c:pt idx="99">
                  <c:v>-0.2969</c:v>
                </c:pt>
                <c:pt idx="100">
                  <c:v>-0.2452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 평균 μ(x)</c:v>
                </c:pt>
              </c:strCache>
            </c:strRef>
          </c:tx>
          <c:spPr>
            <a:solidFill>
              <a:srgbClr val="2C5F9E"/>
            </a:solidFill>
            <a:ln w="31750" cap="flat">
              <a:solidFill>
                <a:srgbClr val="2C5F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C5F9E"/>
              </a:solidFill>
              <a:ln w="9525" cap="flat">
                <a:solidFill>
                  <a:srgbClr val="2C5F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</c:v>
                  </c:pt>
                </c:lvl>
              </c:multiLvlStrCache>
            </c:multiLvlStrRef>
          </c:cat>
          <c:val>
            <c:numRef>
              <c:f>Sheet1!$C$2:$C$102</c:f>
              <c:numCache>
                <c:formatCode>General</c:formatCode>
                <c:ptCount val="101"/>
                <c:pt idx="0">
                  <c:v>0.158</c:v>
                </c:pt>
                <c:pt idx="1">
                  <c:v>0.1685</c:v>
                </c:pt>
                <c:pt idx="2">
                  <c:v>0.1772</c:v>
                </c:pt>
                <c:pt idx="3">
                  <c:v>0.1835</c:v>
                </c:pt>
                <c:pt idx="4">
                  <c:v>0.1871</c:v>
                </c:pt>
                <c:pt idx="5">
                  <c:v>0.1874</c:v>
                </c:pt>
                <c:pt idx="6">
                  <c:v>0.184</c:v>
                </c:pt>
                <c:pt idx="7">
                  <c:v>0.1765</c:v>
                </c:pt>
                <c:pt idx="8">
                  <c:v>0.1646</c:v>
                </c:pt>
                <c:pt idx="9">
                  <c:v>0.1482</c:v>
                </c:pt>
                <c:pt idx="10">
                  <c:v>0.1273</c:v>
                </c:pt>
                <c:pt idx="11">
                  <c:v>0.1021</c:v>
                </c:pt>
                <c:pt idx="12">
                  <c:v>0.0729</c:v>
                </c:pt>
                <c:pt idx="13">
                  <c:v>0.0402</c:v>
                </c:pt>
                <c:pt idx="14">
                  <c:v>0.0043</c:v>
                </c:pt>
                <c:pt idx="15">
                  <c:v>-0.0344</c:v>
                </c:pt>
                <c:pt idx="16">
                  <c:v>-0.0753</c:v>
                </c:pt>
                <c:pt idx="17">
                  <c:v>-0.1182</c:v>
                </c:pt>
                <c:pt idx="18">
                  <c:v>-0.1626</c:v>
                </c:pt>
                <c:pt idx="19">
                  <c:v>-0.208</c:v>
                </c:pt>
                <c:pt idx="20">
                  <c:v>-0.2541</c:v>
                </c:pt>
                <c:pt idx="21">
                  <c:v>-0.3003</c:v>
                </c:pt>
                <c:pt idx="22">
                  <c:v>-0.3463</c:v>
                </c:pt>
                <c:pt idx="23">
                  <c:v>-0.3916</c:v>
                </c:pt>
                <c:pt idx="24">
                  <c:v>-0.4356</c:v>
                </c:pt>
                <c:pt idx="25">
                  <c:v>-0.4777</c:v>
                </c:pt>
                <c:pt idx="26">
                  <c:v>-0.5174</c:v>
                </c:pt>
                <c:pt idx="27">
                  <c:v>-0.5539</c:v>
                </c:pt>
                <c:pt idx="28">
                  <c:v>-0.5866</c:v>
                </c:pt>
                <c:pt idx="29">
                  <c:v>-0.6145</c:v>
                </c:pt>
                <c:pt idx="30">
                  <c:v>-0.6369</c:v>
                </c:pt>
                <c:pt idx="31">
                  <c:v>-0.653</c:v>
                </c:pt>
                <c:pt idx="32">
                  <c:v>-0.6617</c:v>
                </c:pt>
                <c:pt idx="33">
                  <c:v>-0.6624</c:v>
                </c:pt>
                <c:pt idx="34">
                  <c:v>-0.6543</c:v>
                </c:pt>
                <c:pt idx="35">
                  <c:v>-0.637</c:v>
                </c:pt>
                <c:pt idx="36">
                  <c:v>-0.6102</c:v>
                </c:pt>
                <c:pt idx="37">
                  <c:v>-0.5743</c:v>
                </c:pt>
                <c:pt idx="38">
                  <c:v>-0.5298</c:v>
                </c:pt>
                <c:pt idx="39">
                  <c:v>-0.4776</c:v>
                </c:pt>
                <c:pt idx="40">
                  <c:v>-0.4186</c:v>
                </c:pt>
                <c:pt idx="41">
                  <c:v>-0.3539</c:v>
                </c:pt>
                <c:pt idx="42">
                  <c:v>-0.2845</c:v>
                </c:pt>
                <c:pt idx="43">
                  <c:v>-0.2115</c:v>
                </c:pt>
                <c:pt idx="44">
                  <c:v>-0.1362</c:v>
                </c:pt>
                <c:pt idx="45">
                  <c:v>-0.0596</c:v>
                </c:pt>
                <c:pt idx="46">
                  <c:v>0.0171</c:v>
                </c:pt>
                <c:pt idx="47">
                  <c:v>0.0928</c:v>
                </c:pt>
                <c:pt idx="48">
                  <c:v>0.1664</c:v>
                </c:pt>
                <c:pt idx="49">
                  <c:v>0.2366</c:v>
                </c:pt>
                <c:pt idx="50">
                  <c:v>0.3023</c:v>
                </c:pt>
                <c:pt idx="51">
                  <c:v>0.3623</c:v>
                </c:pt>
                <c:pt idx="52">
                  <c:v>0.4155</c:v>
                </c:pt>
                <c:pt idx="53">
                  <c:v>0.4609</c:v>
                </c:pt>
                <c:pt idx="54">
                  <c:v>0.4977</c:v>
                </c:pt>
                <c:pt idx="55">
                  <c:v>0.5251</c:v>
                </c:pt>
                <c:pt idx="56">
                  <c:v>0.5429</c:v>
                </c:pt>
                <c:pt idx="57">
                  <c:v>0.5512</c:v>
                </c:pt>
                <c:pt idx="58">
                  <c:v>0.5507</c:v>
                </c:pt>
                <c:pt idx="59">
                  <c:v>0.5419</c:v>
                </c:pt>
                <c:pt idx="60">
                  <c:v>0.5259</c:v>
                </c:pt>
                <c:pt idx="61">
                  <c:v>0.5035</c:v>
                </c:pt>
                <c:pt idx="62">
                  <c:v>0.4757</c:v>
                </c:pt>
                <c:pt idx="63">
                  <c:v>0.4432</c:v>
                </c:pt>
                <c:pt idx="64">
                  <c:v>0.407</c:v>
                </c:pt>
                <c:pt idx="65">
                  <c:v>0.3677</c:v>
                </c:pt>
                <c:pt idx="66">
                  <c:v>0.326</c:v>
                </c:pt>
                <c:pt idx="67">
                  <c:v>0.2824</c:v>
                </c:pt>
                <c:pt idx="68">
                  <c:v>0.2374</c:v>
                </c:pt>
                <c:pt idx="69">
                  <c:v>0.1915</c:v>
                </c:pt>
                <c:pt idx="70">
                  <c:v>0.145</c:v>
                </c:pt>
                <c:pt idx="71">
                  <c:v>0.0981</c:v>
                </c:pt>
                <c:pt idx="72">
                  <c:v>0.051</c:v>
                </c:pt>
                <c:pt idx="73">
                  <c:v>0.0041</c:v>
                </c:pt>
                <c:pt idx="74">
                  <c:v>-0.0427</c:v>
                </c:pt>
                <c:pt idx="75">
                  <c:v>-0.0892</c:v>
                </c:pt>
                <c:pt idx="76">
                  <c:v>-0.1352</c:v>
                </c:pt>
                <c:pt idx="77">
                  <c:v>-0.1806</c:v>
                </c:pt>
                <c:pt idx="78">
                  <c:v>-0.2254</c:v>
                </c:pt>
                <c:pt idx="79">
                  <c:v>-0.2694</c:v>
                </c:pt>
                <c:pt idx="80">
                  <c:v>-0.3125</c:v>
                </c:pt>
                <c:pt idx="81">
                  <c:v>-0.3545</c:v>
                </c:pt>
                <c:pt idx="82">
                  <c:v>-0.3952</c:v>
                </c:pt>
                <c:pt idx="83">
                  <c:v>-0.4344</c:v>
                </c:pt>
                <c:pt idx="84">
                  <c:v>-0.4717</c:v>
                </c:pt>
                <c:pt idx="85">
                  <c:v>-0.5069</c:v>
                </c:pt>
                <c:pt idx="86">
                  <c:v>-0.5396</c:v>
                </c:pt>
                <c:pt idx="87">
                  <c:v>-0.5694</c:v>
                </c:pt>
                <c:pt idx="88">
                  <c:v>-0.5958</c:v>
                </c:pt>
                <c:pt idx="89">
                  <c:v>-0.6185</c:v>
                </c:pt>
                <c:pt idx="90">
                  <c:v>-0.6369</c:v>
                </c:pt>
                <c:pt idx="91">
                  <c:v>-0.6508</c:v>
                </c:pt>
                <c:pt idx="92">
                  <c:v>-0.6599</c:v>
                </c:pt>
                <c:pt idx="93">
                  <c:v>-0.6642</c:v>
                </c:pt>
                <c:pt idx="94">
                  <c:v>-0.6638</c:v>
                </c:pt>
                <c:pt idx="95">
                  <c:v>-0.659</c:v>
                </c:pt>
                <c:pt idx="96">
                  <c:v>-0.6503</c:v>
                </c:pt>
                <c:pt idx="97">
                  <c:v>-0.6384</c:v>
                </c:pt>
                <c:pt idx="98">
                  <c:v>-0.6236</c:v>
                </c:pt>
                <c:pt idx="99">
                  <c:v>-0.6065</c:v>
                </c:pt>
                <c:pt idx="100">
                  <c:v>-0.5877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μ + 2σ</c:v>
                </c:pt>
              </c:strCache>
            </c:strRef>
          </c:tx>
          <c:spPr>
            <a:solidFill>
              <a:srgbClr val="9FC0E6"/>
            </a:solidFill>
            <a:ln w="31750" cap="flat">
              <a:solidFill>
                <a:srgbClr val="9FC0E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FC0E6"/>
              </a:solidFill>
              <a:ln w="9525" cap="flat">
                <a:solidFill>
                  <a:srgbClr val="9FC0E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</c:v>
                  </c:pt>
                </c:lvl>
              </c:multiLvlStrCache>
            </c:multiLvlStrRef>
          </c:cat>
          <c:val>
            <c:numRef>
              <c:f>Sheet1!$D$2:$D$102</c:f>
              <c:numCache>
                <c:formatCode>General</c:formatCode>
                <c:ptCount val="101"/>
                <c:pt idx="0">
                  <c:v>0.7564</c:v>
                </c:pt>
                <c:pt idx="1">
                  <c:v>0.7083</c:v>
                </c:pt>
                <c:pt idx="2">
                  <c:v>0.653</c:v>
                </c:pt>
                <c:pt idx="3">
                  <c:v>0.5901</c:v>
                </c:pt>
                <c:pt idx="4">
                  <c:v>0.5195</c:v>
                </c:pt>
                <c:pt idx="5">
                  <c:v>0.4411</c:v>
                </c:pt>
                <c:pt idx="6">
                  <c:v>0.3554</c:v>
                </c:pt>
                <c:pt idx="7">
                  <c:v>0.2633</c:v>
                </c:pt>
                <c:pt idx="8">
                  <c:v>0.1749</c:v>
                </c:pt>
                <c:pt idx="9">
                  <c:v>0.2343</c:v>
                </c:pt>
                <c:pt idx="10">
                  <c:v>0.296</c:v>
                </c:pt>
                <c:pt idx="11">
                  <c:v>0.3496</c:v>
                </c:pt>
                <c:pt idx="12">
                  <c:v>0.3941</c:v>
                </c:pt>
                <c:pt idx="13">
                  <c:v>0.4289</c:v>
                </c:pt>
                <c:pt idx="14">
                  <c:v>0.4538</c:v>
                </c:pt>
                <c:pt idx="15">
                  <c:v>0.4688</c:v>
                </c:pt>
                <c:pt idx="16">
                  <c:v>0.474</c:v>
                </c:pt>
                <c:pt idx="17">
                  <c:v>0.4695</c:v>
                </c:pt>
                <c:pt idx="18">
                  <c:v>0.4558</c:v>
                </c:pt>
                <c:pt idx="19">
                  <c:v>0.4331</c:v>
                </c:pt>
                <c:pt idx="20">
                  <c:v>0.4018</c:v>
                </c:pt>
                <c:pt idx="21">
                  <c:v>0.3625</c:v>
                </c:pt>
                <c:pt idx="22">
                  <c:v>0.3155</c:v>
                </c:pt>
                <c:pt idx="23">
                  <c:v>0.2613</c:v>
                </c:pt>
                <c:pt idx="24">
                  <c:v>0.2006</c:v>
                </c:pt>
                <c:pt idx="25">
                  <c:v>0.1339</c:v>
                </c:pt>
                <c:pt idx="26">
                  <c:v>0.062</c:v>
                </c:pt>
                <c:pt idx="27">
                  <c:v>-0.0145</c:v>
                </c:pt>
                <c:pt idx="28">
                  <c:v>-0.0944</c:v>
                </c:pt>
                <c:pt idx="29">
                  <c:v>-0.1768</c:v>
                </c:pt>
                <c:pt idx="30">
                  <c:v>-0.2604</c:v>
                </c:pt>
                <c:pt idx="31">
                  <c:v>-0.3437</c:v>
                </c:pt>
                <c:pt idx="32">
                  <c:v>-0.4249</c:v>
                </c:pt>
                <c:pt idx="33">
                  <c:v>-0.5022</c:v>
                </c:pt>
                <c:pt idx="34">
                  <c:v>-0.5733</c:v>
                </c:pt>
                <c:pt idx="35">
                  <c:v>-0.6267</c:v>
                </c:pt>
                <c:pt idx="36">
                  <c:v>-0.5305</c:v>
                </c:pt>
                <c:pt idx="37">
                  <c:v>-0.4194</c:v>
                </c:pt>
                <c:pt idx="38">
                  <c:v>-0.3049</c:v>
                </c:pt>
                <c:pt idx="39">
                  <c:v>-0.1895</c:v>
                </c:pt>
                <c:pt idx="40">
                  <c:v>-0.0753</c:v>
                </c:pt>
                <c:pt idx="41">
                  <c:v>0.0358</c:v>
                </c:pt>
                <c:pt idx="42">
                  <c:v>0.1419</c:v>
                </c:pt>
                <c:pt idx="43">
                  <c:v>0.2414</c:v>
                </c:pt>
                <c:pt idx="44">
                  <c:v>0.333</c:v>
                </c:pt>
                <c:pt idx="45">
                  <c:v>0.4152</c:v>
                </c:pt>
                <c:pt idx="46">
                  <c:v>0.4869</c:v>
                </c:pt>
                <c:pt idx="47">
                  <c:v>0.547</c:v>
                </c:pt>
                <c:pt idx="48">
                  <c:v>0.5944</c:v>
                </c:pt>
                <c:pt idx="49">
                  <c:v>0.6283</c:v>
                </c:pt>
                <c:pt idx="50">
                  <c:v>0.648</c:v>
                </c:pt>
                <c:pt idx="51">
                  <c:v>0.6529</c:v>
                </c:pt>
                <c:pt idx="52">
                  <c:v>0.6428</c:v>
                </c:pt>
                <c:pt idx="53">
                  <c:v>0.6178</c:v>
                </c:pt>
                <c:pt idx="54">
                  <c:v>0.5786</c:v>
                </c:pt>
                <c:pt idx="55">
                  <c:v>0.5353</c:v>
                </c:pt>
                <c:pt idx="56">
                  <c:v>0.6257</c:v>
                </c:pt>
                <c:pt idx="57">
                  <c:v>0.7156</c:v>
                </c:pt>
                <c:pt idx="58">
                  <c:v>0.795</c:v>
                </c:pt>
                <c:pt idx="59">
                  <c:v>0.863</c:v>
                </c:pt>
                <c:pt idx="60">
                  <c:v>0.9195</c:v>
                </c:pt>
                <c:pt idx="61">
                  <c:v>0.9648</c:v>
                </c:pt>
                <c:pt idx="62">
                  <c:v>0.9994</c:v>
                </c:pt>
                <c:pt idx="63">
                  <c:v>1.0238</c:v>
                </c:pt>
                <c:pt idx="64">
                  <c:v>1.0388</c:v>
                </c:pt>
                <c:pt idx="65">
                  <c:v>1.045</c:v>
                </c:pt>
                <c:pt idx="66">
                  <c:v>1.0433</c:v>
                </c:pt>
                <c:pt idx="67">
                  <c:v>1.0342</c:v>
                </c:pt>
                <c:pt idx="68">
                  <c:v>1.0185</c:v>
                </c:pt>
                <c:pt idx="69">
                  <c:v>0.9968</c:v>
                </c:pt>
                <c:pt idx="70">
                  <c:v>0.9695</c:v>
                </c:pt>
                <c:pt idx="71">
                  <c:v>0.937</c:v>
                </c:pt>
                <c:pt idx="72">
                  <c:v>0.8998</c:v>
                </c:pt>
                <c:pt idx="73">
                  <c:v>0.858</c:v>
                </c:pt>
                <c:pt idx="74">
                  <c:v>0.8118</c:v>
                </c:pt>
                <c:pt idx="75">
                  <c:v>0.7615</c:v>
                </c:pt>
                <c:pt idx="76">
                  <c:v>0.7071</c:v>
                </c:pt>
                <c:pt idx="77">
                  <c:v>0.6485</c:v>
                </c:pt>
                <c:pt idx="78">
                  <c:v>0.5858</c:v>
                </c:pt>
                <c:pt idx="79">
                  <c:v>0.5189</c:v>
                </c:pt>
                <c:pt idx="80">
                  <c:v>0.4479</c:v>
                </c:pt>
                <c:pt idx="81">
                  <c:v>0.3726</c:v>
                </c:pt>
                <c:pt idx="82">
                  <c:v>0.2931</c:v>
                </c:pt>
                <c:pt idx="83">
                  <c:v>0.2095</c:v>
                </c:pt>
                <c:pt idx="84">
                  <c:v>0.1219</c:v>
                </c:pt>
                <c:pt idx="85">
                  <c:v>0.0305</c:v>
                </c:pt>
                <c:pt idx="86">
                  <c:v>-0.0642</c:v>
                </c:pt>
                <c:pt idx="87">
                  <c:v>-0.1618</c:v>
                </c:pt>
                <c:pt idx="88">
                  <c:v>-0.2615</c:v>
                </c:pt>
                <c:pt idx="89">
                  <c:v>-0.3624</c:v>
                </c:pt>
                <c:pt idx="90">
                  <c:v>-0.4633</c:v>
                </c:pt>
                <c:pt idx="91">
                  <c:v>-0.5626</c:v>
                </c:pt>
                <c:pt idx="92">
                  <c:v>-0.6497</c:v>
                </c:pt>
                <c:pt idx="93">
                  <c:v>-0.5759</c:v>
                </c:pt>
                <c:pt idx="94">
                  <c:v>-0.4897</c:v>
                </c:pt>
                <c:pt idx="95">
                  <c:v>-0.4019</c:v>
                </c:pt>
                <c:pt idx="96">
                  <c:v>-0.3142</c:v>
                </c:pt>
                <c:pt idx="97">
                  <c:v>-0.2278</c:v>
                </c:pt>
                <c:pt idx="98">
                  <c:v>-0.1438</c:v>
                </c:pt>
                <c:pt idx="99">
                  <c:v>-0.0628</c:v>
                </c:pt>
                <c:pt idx="100">
                  <c:v>0.0145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μ − 2σ</c:v>
                </c:pt>
              </c:strCache>
            </c:strRef>
          </c:tx>
          <c:spPr>
            <a:solidFill>
              <a:srgbClr val="9FC0E6"/>
            </a:solidFill>
            <a:ln w="31750" cap="flat">
              <a:solidFill>
                <a:srgbClr val="9FC0E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FC0E6"/>
              </a:solidFill>
              <a:ln w="9525" cap="flat">
                <a:solidFill>
                  <a:srgbClr val="9FC0E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</c:v>
                  </c:pt>
                </c:lvl>
              </c:multiLvlStrCache>
            </c:multiLvlStrRef>
          </c:cat>
          <c:val>
            <c:numRef>
              <c:f>Sheet1!$E$2:$E$102</c:f>
              <c:numCache>
                <c:formatCode>General</c:formatCode>
                <c:ptCount val="101"/>
                <c:pt idx="0">
                  <c:v>-0.4404</c:v>
                </c:pt>
                <c:pt idx="1">
                  <c:v>-0.3712</c:v>
                </c:pt>
                <c:pt idx="2">
                  <c:v>-0.2986</c:v>
                </c:pt>
                <c:pt idx="3">
                  <c:v>-0.2231</c:v>
                </c:pt>
                <c:pt idx="4">
                  <c:v>-0.1453</c:v>
                </c:pt>
                <c:pt idx="5">
                  <c:v>-0.0664</c:v>
                </c:pt>
                <c:pt idx="6">
                  <c:v>0.0125</c:v>
                </c:pt>
                <c:pt idx="7">
                  <c:v>0.0897</c:v>
                </c:pt>
                <c:pt idx="8">
                  <c:v>0.1543</c:v>
                </c:pt>
                <c:pt idx="9">
                  <c:v>0.0621</c:v>
                </c:pt>
                <c:pt idx="10">
                  <c:v>-0.0415</c:v>
                </c:pt>
                <c:pt idx="11">
                  <c:v>-0.1454</c:v>
                </c:pt>
                <c:pt idx="12">
                  <c:v>-0.2482</c:v>
                </c:pt>
                <c:pt idx="13">
                  <c:v>-0.3485</c:v>
                </c:pt>
                <c:pt idx="14">
                  <c:v>-0.4452</c:v>
                </c:pt>
                <c:pt idx="15">
                  <c:v>-0.5375</c:v>
                </c:pt>
                <c:pt idx="16">
                  <c:v>-0.6246</c:v>
                </c:pt>
                <c:pt idx="17">
                  <c:v>-0.7059</c:v>
                </c:pt>
                <c:pt idx="18">
                  <c:v>-0.7809</c:v>
                </c:pt>
                <c:pt idx="19">
                  <c:v>-0.8491</c:v>
                </c:pt>
                <c:pt idx="20">
                  <c:v>-0.91</c:v>
                </c:pt>
                <c:pt idx="21">
                  <c:v>-0.9631</c:v>
                </c:pt>
                <c:pt idx="22">
                  <c:v>-1.0082</c:v>
                </c:pt>
                <c:pt idx="23">
                  <c:v>-1.0446</c:v>
                </c:pt>
                <c:pt idx="24">
                  <c:v>-1.0718</c:v>
                </c:pt>
                <c:pt idx="25">
                  <c:v>-1.0894</c:v>
                </c:pt>
                <c:pt idx="26">
                  <c:v>-1.0968</c:v>
                </c:pt>
                <c:pt idx="27">
                  <c:v>-1.0934</c:v>
                </c:pt>
                <c:pt idx="28">
                  <c:v>-1.0787</c:v>
                </c:pt>
                <c:pt idx="29">
                  <c:v>-1.0522</c:v>
                </c:pt>
                <c:pt idx="30">
                  <c:v>-1.0135</c:v>
                </c:pt>
                <c:pt idx="31">
                  <c:v>-0.9623</c:v>
                </c:pt>
                <c:pt idx="32">
                  <c:v>-0.8985</c:v>
                </c:pt>
                <c:pt idx="33">
                  <c:v>-0.8226</c:v>
                </c:pt>
                <c:pt idx="34">
                  <c:v>-0.7353</c:v>
                </c:pt>
                <c:pt idx="35">
                  <c:v>-0.6472</c:v>
                </c:pt>
                <c:pt idx="36">
                  <c:v>-0.6899</c:v>
                </c:pt>
                <c:pt idx="37">
                  <c:v>-0.7292</c:v>
                </c:pt>
                <c:pt idx="38">
                  <c:v>-0.7548</c:v>
                </c:pt>
                <c:pt idx="39">
                  <c:v>-0.7658</c:v>
                </c:pt>
                <c:pt idx="40">
                  <c:v>-0.762</c:v>
                </c:pt>
                <c:pt idx="41">
                  <c:v>-0.7435</c:v>
                </c:pt>
                <c:pt idx="42">
                  <c:v>-0.7108</c:v>
                </c:pt>
                <c:pt idx="43">
                  <c:v>-0.6645</c:v>
                </c:pt>
                <c:pt idx="44">
                  <c:v>-0.6054</c:v>
                </c:pt>
                <c:pt idx="45">
                  <c:v>-0.5344</c:v>
                </c:pt>
                <c:pt idx="46">
                  <c:v>-0.4526</c:v>
                </c:pt>
                <c:pt idx="47">
                  <c:v>-0.3613</c:v>
                </c:pt>
                <c:pt idx="48">
                  <c:v>-0.2616</c:v>
                </c:pt>
                <c:pt idx="49">
                  <c:v>-0.1551</c:v>
                </c:pt>
                <c:pt idx="50">
                  <c:v>-0.0434</c:v>
                </c:pt>
                <c:pt idx="51">
                  <c:v>0.0717</c:v>
                </c:pt>
                <c:pt idx="52">
                  <c:v>0.1882</c:v>
                </c:pt>
                <c:pt idx="53">
                  <c:v>0.3041</c:v>
                </c:pt>
                <c:pt idx="54">
                  <c:v>0.4168</c:v>
                </c:pt>
                <c:pt idx="55">
                  <c:v>0.5148</c:v>
                </c:pt>
                <c:pt idx="56">
                  <c:v>0.4601</c:v>
                </c:pt>
                <c:pt idx="57">
                  <c:v>0.3868</c:v>
                </c:pt>
                <c:pt idx="58">
                  <c:v>0.3064</c:v>
                </c:pt>
                <c:pt idx="59">
                  <c:v>0.2209</c:v>
                </c:pt>
                <c:pt idx="60">
                  <c:v>0.1324</c:v>
                </c:pt>
                <c:pt idx="61">
                  <c:v>0.0423</c:v>
                </c:pt>
                <c:pt idx="62">
                  <c:v>-0.048</c:v>
                </c:pt>
                <c:pt idx="63">
                  <c:v>-0.1373</c:v>
                </c:pt>
                <c:pt idx="64">
                  <c:v>-0.2248</c:v>
                </c:pt>
                <c:pt idx="65">
                  <c:v>-0.3096</c:v>
                </c:pt>
                <c:pt idx="66">
                  <c:v>-0.3913</c:v>
                </c:pt>
                <c:pt idx="67">
                  <c:v>-0.4695</c:v>
                </c:pt>
                <c:pt idx="68">
                  <c:v>-0.5437</c:v>
                </c:pt>
                <c:pt idx="69">
                  <c:v>-0.6138</c:v>
                </c:pt>
                <c:pt idx="70">
                  <c:v>-0.6795</c:v>
                </c:pt>
                <c:pt idx="71">
                  <c:v>-0.7409</c:v>
                </c:pt>
                <c:pt idx="72">
                  <c:v>-0.7977</c:v>
                </c:pt>
                <c:pt idx="73">
                  <c:v>-0.8498</c:v>
                </c:pt>
                <c:pt idx="74">
                  <c:v>-0.8973</c:v>
                </c:pt>
                <c:pt idx="75">
                  <c:v>-0.9398</c:v>
                </c:pt>
                <c:pt idx="76">
                  <c:v>-0.9774</c:v>
                </c:pt>
                <c:pt idx="77">
                  <c:v>-1.0097</c:v>
                </c:pt>
                <c:pt idx="78">
                  <c:v>-1.0366</c:v>
                </c:pt>
                <c:pt idx="79">
                  <c:v>-1.0577</c:v>
                </c:pt>
                <c:pt idx="80">
                  <c:v>-1.0729</c:v>
                </c:pt>
                <c:pt idx="81">
                  <c:v>-1.0816</c:v>
                </c:pt>
                <c:pt idx="82">
                  <c:v>-1.0835</c:v>
                </c:pt>
                <c:pt idx="83">
                  <c:v>-1.0782</c:v>
                </c:pt>
                <c:pt idx="84">
                  <c:v>-1.0653</c:v>
                </c:pt>
                <c:pt idx="85">
                  <c:v>-1.0443</c:v>
                </c:pt>
                <c:pt idx="86">
                  <c:v>-1.0149</c:v>
                </c:pt>
                <c:pt idx="87">
                  <c:v>-0.9769</c:v>
                </c:pt>
                <c:pt idx="88">
                  <c:v>-0.9301</c:v>
                </c:pt>
                <c:pt idx="89">
                  <c:v>-0.8745</c:v>
                </c:pt>
                <c:pt idx="90">
                  <c:v>-0.8105</c:v>
                </c:pt>
                <c:pt idx="91">
                  <c:v>-0.739</c:v>
                </c:pt>
                <c:pt idx="92">
                  <c:v>-0.6702</c:v>
                </c:pt>
                <c:pt idx="93">
                  <c:v>-0.7525</c:v>
                </c:pt>
                <c:pt idx="94">
                  <c:v>-0.8378</c:v>
                </c:pt>
                <c:pt idx="95">
                  <c:v>-0.9161</c:v>
                </c:pt>
                <c:pt idx="96">
                  <c:v>-0.9865</c:v>
                </c:pt>
                <c:pt idx="97">
                  <c:v>-1.0489</c:v>
                </c:pt>
                <c:pt idx="98">
                  <c:v>-1.1034</c:v>
                </c:pt>
                <c:pt idx="99">
                  <c:v>-1.1502</c:v>
                </c:pt>
                <c:pt idx="100">
                  <c:v>-1.1898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-1.5"/>
        </c:scaling>
        <c:delete val="0"/>
        <c:axPos val="l"/>
        <c:majorGridlines>
          <c:spPr>
            <a:ln w="6350" cap="flat">
              <a:solidFill>
                <a:srgbClr val="EE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B2A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D9822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D9822B"/>
                </a:solidFill>
                <a:latin typeface="Arial"/>
              </a:rPr>
              <a:t>획득함수 EI(x) → 최댓값 위치가 다음 실험점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07"/>
          <c:y val="0.12"/>
          <c:w val="0.9"/>
          <c:h val="0.6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EI(x)</c:v>
                </c:pt>
              </c:strCache>
            </c:strRef>
          </c:tx>
          <c:spPr>
            <a:solidFill>
              <a:srgbClr val="D9822B"/>
            </a:solidFill>
            <a:ln w="31750" cap="flat">
              <a:solidFill>
                <a:srgbClr val="D982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822B"/>
              </a:solidFill>
              <a:ln w="9525" cap="flat">
                <a:solidFill>
                  <a:srgbClr val="D982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</c:v>
                  </c:pt>
                </c:lvl>
              </c:multiLvlStrCache>
            </c:multiLvlStr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0.01587</c:v>
                </c:pt>
                <c:pt idx="1">
                  <c:v>0.01174</c:v>
                </c:pt>
                <c:pt idx="2">
                  <c:v>0.00759</c:v>
                </c:pt>
                <c:pt idx="3">
                  <c:v>0.0039</c:v>
                </c:pt>
                <c:pt idx="4">
                  <c:v>0.00129</c:v>
                </c:pt>
                <c:pt idx="5">
                  <c:v>0.00015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0.00001</c:v>
                </c:pt>
                <c:pt idx="12">
                  <c:v>0.00012</c:v>
                </c:pt>
                <c:pt idx="13">
                  <c:v>0.0004</c:v>
                </c:pt>
                <c:pt idx="14">
                  <c:v>0.00078</c:v>
                </c:pt>
                <c:pt idx="15">
                  <c:v>0.00115</c:v>
                </c:pt>
                <c:pt idx="16">
                  <c:v>0.00139</c:v>
                </c:pt>
                <c:pt idx="17">
                  <c:v>0.00148</c:v>
                </c:pt>
                <c:pt idx="18">
                  <c:v>0.00141</c:v>
                </c:pt>
                <c:pt idx="19">
                  <c:v>0.00122</c:v>
                </c:pt>
                <c:pt idx="20">
                  <c:v>0.00096</c:v>
                </c:pt>
                <c:pt idx="21">
                  <c:v>0.00068</c:v>
                </c:pt>
                <c:pt idx="22">
                  <c:v>0.00043</c:v>
                </c:pt>
                <c:pt idx="23">
                  <c:v>0.00024</c:v>
                </c:pt>
                <c:pt idx="24">
                  <c:v>0.00011</c:v>
                </c:pt>
                <c:pt idx="25">
                  <c:v>0.00004</c:v>
                </c:pt>
                <c:pt idx="26">
                  <c:v>0.00001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0.00003</c:v>
                </c:pt>
                <c:pt idx="44">
                  <c:v>0.00017</c:v>
                </c:pt>
                <c:pt idx="45">
                  <c:v>0.00053</c:v>
                </c:pt>
                <c:pt idx="46">
                  <c:v>0.00127</c:v>
                </c:pt>
                <c:pt idx="47">
                  <c:v>0.00248</c:v>
                </c:pt>
                <c:pt idx="48">
                  <c:v>0.00414</c:v>
                </c:pt>
                <c:pt idx="49">
                  <c:v>0.00609</c:v>
                </c:pt>
                <c:pt idx="50">
                  <c:v>0.00804</c:v>
                </c:pt>
                <c:pt idx="51">
                  <c:v>0.00956</c:v>
                </c:pt>
                <c:pt idx="52">
                  <c:v>0.01012</c:v>
                </c:pt>
                <c:pt idx="53">
                  <c:v>0.00912</c:v>
                </c:pt>
                <c:pt idx="54">
                  <c:v>0.00598</c:v>
                </c:pt>
                <c:pt idx="55">
                  <c:v>0.00199</c:v>
                </c:pt>
                <c:pt idx="56">
                  <c:v>0.02685</c:v>
                </c:pt>
                <c:pt idx="57">
                  <c:v>0.04745</c:v>
                </c:pt>
                <c:pt idx="58">
                  <c:v>0.06253</c:v>
                </c:pt>
                <c:pt idx="59">
                  <c:v>0.07277</c:v>
                </c:pt>
                <c:pt idx="60">
                  <c:v>0.07889</c:v>
                </c:pt>
                <c:pt idx="61">
                  <c:v>0.0816</c:v>
                </c:pt>
                <c:pt idx="62">
                  <c:v>0.08158</c:v>
                </c:pt>
                <c:pt idx="63">
                  <c:v>0.07942</c:v>
                </c:pt>
                <c:pt idx="64">
                  <c:v>0.07565</c:v>
                </c:pt>
                <c:pt idx="65">
                  <c:v>0.07071</c:v>
                </c:pt>
                <c:pt idx="66">
                  <c:v>0.06499</c:v>
                </c:pt>
                <c:pt idx="67">
                  <c:v>0.05881</c:v>
                </c:pt>
                <c:pt idx="68">
                  <c:v>0.05241</c:v>
                </c:pt>
                <c:pt idx="69">
                  <c:v>0.046</c:v>
                </c:pt>
                <c:pt idx="70">
                  <c:v>0.03974</c:v>
                </c:pt>
                <c:pt idx="71">
                  <c:v>0.03375</c:v>
                </c:pt>
                <c:pt idx="72">
                  <c:v>0.02814</c:v>
                </c:pt>
                <c:pt idx="73">
                  <c:v>0.02296</c:v>
                </c:pt>
                <c:pt idx="74">
                  <c:v>0.01828</c:v>
                </c:pt>
                <c:pt idx="75">
                  <c:v>0.01413</c:v>
                </c:pt>
                <c:pt idx="76">
                  <c:v>0.01055</c:v>
                </c:pt>
                <c:pt idx="77">
                  <c:v>0.00753</c:v>
                </c:pt>
                <c:pt idx="78">
                  <c:v>0.00509</c:v>
                </c:pt>
                <c:pt idx="79">
                  <c:v>0.00321</c:v>
                </c:pt>
                <c:pt idx="80">
                  <c:v>0.00184</c:v>
                </c:pt>
                <c:pt idx="81">
                  <c:v>0.00093</c:v>
                </c:pt>
                <c:pt idx="82">
                  <c:v>0.0004</c:v>
                </c:pt>
                <c:pt idx="83">
                  <c:v>0.00013</c:v>
                </c:pt>
                <c:pt idx="84">
                  <c:v>0.00003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0.00001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7"/>
          <c:y val="0.12"/>
          <c:w val="0.9"/>
          <c:h val="0.72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참 함수 (모름)</c:v>
                </c:pt>
              </c:strCache>
            </c:strRef>
          </c:tx>
          <c:spPr>
            <a:solidFill>
              <a:srgbClr val="B8C0CC"/>
            </a:solidFill>
            <a:ln w="31750" cap="flat">
              <a:solidFill>
                <a:srgbClr val="B8C0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C0CC"/>
              </a:solidFill>
              <a:ln w="9525" cap="flat">
                <a:solidFill>
                  <a:srgbClr val="B8C0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</c:v>
                  </c:pt>
                </c:lvl>
              </c:multiLvlStrCache>
            </c:multiLvlStr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-0.5</c:v>
                </c:pt>
                <c:pt idx="1">
                  <c:v>-0.4024</c:v>
                </c:pt>
                <c:pt idx="2">
                  <c:v>-0.3066</c:v>
                </c:pt>
                <c:pt idx="3">
                  <c:v>-0.2137</c:v>
                </c:pt>
                <c:pt idx="4">
                  <c:v>-0.1251</c:v>
                </c:pt>
                <c:pt idx="5">
                  <c:v>-0.0419</c:v>
                </c:pt>
                <c:pt idx="6">
                  <c:v>0.0348</c:v>
                </c:pt>
                <c:pt idx="7">
                  <c:v>0.1039</c:v>
                </c:pt>
                <c:pt idx="8">
                  <c:v>0.1646</c:v>
                </c:pt>
                <c:pt idx="9">
                  <c:v>0.2163</c:v>
                </c:pt>
                <c:pt idx="10">
                  <c:v>0.2581</c:v>
                </c:pt>
                <c:pt idx="11">
                  <c:v>0.2899</c:v>
                </c:pt>
                <c:pt idx="12">
                  <c:v>0.3112</c:v>
                </c:pt>
                <c:pt idx="13">
                  <c:v>0.3219</c:v>
                </c:pt>
                <c:pt idx="14">
                  <c:v>0.3223</c:v>
                </c:pt>
                <c:pt idx="15">
                  <c:v>0.3124</c:v>
                </c:pt>
                <c:pt idx="16">
                  <c:v>0.2927</c:v>
                </c:pt>
                <c:pt idx="17">
                  <c:v>0.2637</c:v>
                </c:pt>
                <c:pt idx="18">
                  <c:v>0.2263</c:v>
                </c:pt>
                <c:pt idx="19">
                  <c:v>0.1811</c:v>
                </c:pt>
                <c:pt idx="20">
                  <c:v>0.1293</c:v>
                </c:pt>
                <c:pt idx="21">
                  <c:v>0.0718</c:v>
                </c:pt>
                <c:pt idx="22">
                  <c:v>0.0099</c:v>
                </c:pt>
                <c:pt idx="23">
                  <c:v>-0.0552</c:v>
                </c:pt>
                <c:pt idx="24">
                  <c:v>-0.1222</c:v>
                </c:pt>
                <c:pt idx="25">
                  <c:v>-0.1899</c:v>
                </c:pt>
                <c:pt idx="26">
                  <c:v>-0.2569</c:v>
                </c:pt>
                <c:pt idx="27">
                  <c:v>-0.3219</c:v>
                </c:pt>
                <c:pt idx="28">
                  <c:v>-0.3836</c:v>
                </c:pt>
                <c:pt idx="29">
                  <c:v>-0.4409</c:v>
                </c:pt>
                <c:pt idx="30">
                  <c:v>-0.4927</c:v>
                </c:pt>
                <c:pt idx="31">
                  <c:v>-0.5378</c:v>
                </c:pt>
                <c:pt idx="32">
                  <c:v>-0.5756</c:v>
                </c:pt>
                <c:pt idx="33">
                  <c:v>-0.605</c:v>
                </c:pt>
                <c:pt idx="34">
                  <c:v>-0.6257</c:v>
                </c:pt>
                <c:pt idx="35">
                  <c:v>-0.6371</c:v>
                </c:pt>
                <c:pt idx="36">
                  <c:v>-0.6388</c:v>
                </c:pt>
                <c:pt idx="37">
                  <c:v>-0.6308</c:v>
                </c:pt>
                <c:pt idx="38">
                  <c:v>-0.6131</c:v>
                </c:pt>
                <c:pt idx="39">
                  <c:v>-0.5859</c:v>
                </c:pt>
                <c:pt idx="40">
                  <c:v>-0.5495</c:v>
                </c:pt>
                <c:pt idx="41">
                  <c:v>-0.5045</c:v>
                </c:pt>
                <c:pt idx="42">
                  <c:v>-0.4515</c:v>
                </c:pt>
                <c:pt idx="43">
                  <c:v>-0.3914</c:v>
                </c:pt>
                <c:pt idx="44">
                  <c:v>-0.3248</c:v>
                </c:pt>
                <c:pt idx="45">
                  <c:v>-0.253</c:v>
                </c:pt>
                <c:pt idx="46">
                  <c:v>-0.1768</c:v>
                </c:pt>
                <c:pt idx="47">
                  <c:v>-0.0974</c:v>
                </c:pt>
                <c:pt idx="48">
                  <c:v>-0.016</c:v>
                </c:pt>
                <c:pt idx="49">
                  <c:v>0.0665</c:v>
                </c:pt>
                <c:pt idx="50">
                  <c:v>0.1489</c:v>
                </c:pt>
                <c:pt idx="51">
                  <c:v>0.2302</c:v>
                </c:pt>
                <c:pt idx="52">
                  <c:v>0.3093</c:v>
                </c:pt>
                <c:pt idx="53">
                  <c:v>0.3854</c:v>
                </c:pt>
                <c:pt idx="54">
                  <c:v>0.4576</c:v>
                </c:pt>
                <c:pt idx="55">
                  <c:v>0.5252</c:v>
                </c:pt>
                <c:pt idx="56">
                  <c:v>0.5874</c:v>
                </c:pt>
                <c:pt idx="57">
                  <c:v>0.6436</c:v>
                </c:pt>
                <c:pt idx="58">
                  <c:v>0.6932</c:v>
                </c:pt>
                <c:pt idx="59">
                  <c:v>0.7357</c:v>
                </c:pt>
                <c:pt idx="60">
                  <c:v>0.7706</c:v>
                </c:pt>
                <c:pt idx="61">
                  <c:v>0.7972</c:v>
                </c:pt>
                <c:pt idx="62">
                  <c:v>0.8152</c:v>
                </c:pt>
                <c:pt idx="63">
                  <c:v>0.824</c:v>
                </c:pt>
                <c:pt idx="64">
                  <c:v>0.8232</c:v>
                </c:pt>
                <c:pt idx="65">
                  <c:v>0.8122</c:v>
                </c:pt>
                <c:pt idx="66">
                  <c:v>0.7908</c:v>
                </c:pt>
                <c:pt idx="67">
                  <c:v>0.7587</c:v>
                </c:pt>
                <c:pt idx="68">
                  <c:v>0.7158</c:v>
                </c:pt>
                <c:pt idx="69">
                  <c:v>0.6622</c:v>
                </c:pt>
                <c:pt idx="70">
                  <c:v>0.5983</c:v>
                </c:pt>
                <c:pt idx="71">
                  <c:v>0.5246</c:v>
                </c:pt>
                <c:pt idx="72">
                  <c:v>0.442</c:v>
                </c:pt>
                <c:pt idx="73">
                  <c:v>0.3518</c:v>
                </c:pt>
                <c:pt idx="74">
                  <c:v>0.2553</c:v>
                </c:pt>
                <c:pt idx="75">
                  <c:v>0.1542</c:v>
                </c:pt>
                <c:pt idx="76">
                  <c:v>0.0504</c:v>
                </c:pt>
                <c:pt idx="77">
                  <c:v>-0.054</c:v>
                </c:pt>
                <c:pt idx="78">
                  <c:v>-0.157</c:v>
                </c:pt>
                <c:pt idx="79">
                  <c:v>-0.2564</c:v>
                </c:pt>
                <c:pt idx="80">
                  <c:v>-0.3504</c:v>
                </c:pt>
                <c:pt idx="81">
                  <c:v>-0.437</c:v>
                </c:pt>
                <c:pt idx="82">
                  <c:v>-0.5146</c:v>
                </c:pt>
                <c:pt idx="83">
                  <c:v>-0.582</c:v>
                </c:pt>
                <c:pt idx="84">
                  <c:v>-0.638</c:v>
                </c:pt>
                <c:pt idx="85">
                  <c:v>-0.6821</c:v>
                </c:pt>
                <c:pt idx="86">
                  <c:v>-0.7137</c:v>
                </c:pt>
                <c:pt idx="87">
                  <c:v>-0.7328</c:v>
                </c:pt>
                <c:pt idx="88">
                  <c:v>-0.7398</c:v>
                </c:pt>
                <c:pt idx="89">
                  <c:v>-0.7351</c:v>
                </c:pt>
                <c:pt idx="90">
                  <c:v>-0.7195</c:v>
                </c:pt>
                <c:pt idx="91">
                  <c:v>-0.6941</c:v>
                </c:pt>
                <c:pt idx="92">
                  <c:v>-0.66</c:v>
                </c:pt>
                <c:pt idx="93">
                  <c:v>-0.6185</c:v>
                </c:pt>
                <c:pt idx="94">
                  <c:v>-0.571</c:v>
                </c:pt>
                <c:pt idx="95">
                  <c:v>-0.5191</c:v>
                </c:pt>
                <c:pt idx="96">
                  <c:v>-0.4642</c:v>
                </c:pt>
                <c:pt idx="97">
                  <c:v>-0.4079</c:v>
                </c:pt>
                <c:pt idx="98">
                  <c:v>-0.3516</c:v>
                </c:pt>
                <c:pt idx="99">
                  <c:v>-0.2969</c:v>
                </c:pt>
                <c:pt idx="100">
                  <c:v>-0.2452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 평균 μ(x)</c:v>
                </c:pt>
              </c:strCache>
            </c:strRef>
          </c:tx>
          <c:spPr>
            <a:solidFill>
              <a:srgbClr val="2C5F9E"/>
            </a:solidFill>
            <a:ln w="31750" cap="flat">
              <a:solidFill>
                <a:srgbClr val="2C5F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C5F9E"/>
              </a:solidFill>
              <a:ln w="9525" cap="flat">
                <a:solidFill>
                  <a:srgbClr val="2C5F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</c:v>
                  </c:pt>
                </c:lvl>
              </c:multiLvlStrCache>
            </c:multiLvlStrRef>
          </c:cat>
          <c:val>
            <c:numRef>
              <c:f>Sheet1!$C$2:$C$102</c:f>
              <c:numCache>
                <c:formatCode>General</c:formatCode>
                <c:ptCount val="101"/>
                <c:pt idx="0">
                  <c:v>0.2261</c:v>
                </c:pt>
                <c:pt idx="1">
                  <c:v>0.2245</c:v>
                </c:pt>
                <c:pt idx="2">
                  <c:v>0.2215</c:v>
                </c:pt>
                <c:pt idx="3">
                  <c:v>0.2171</c:v>
                </c:pt>
                <c:pt idx="4">
                  <c:v>0.211</c:v>
                </c:pt>
                <c:pt idx="5">
                  <c:v>0.2029</c:v>
                </c:pt>
                <c:pt idx="6">
                  <c:v>0.1926</c:v>
                </c:pt>
                <c:pt idx="7">
                  <c:v>0.1799</c:v>
                </c:pt>
                <c:pt idx="8">
                  <c:v>0.1646</c:v>
                </c:pt>
                <c:pt idx="9">
                  <c:v>0.1467</c:v>
                </c:pt>
                <c:pt idx="10">
                  <c:v>0.1261</c:v>
                </c:pt>
                <c:pt idx="11">
                  <c:v>0.1029</c:v>
                </c:pt>
                <c:pt idx="12">
                  <c:v>0.077</c:v>
                </c:pt>
                <c:pt idx="13">
                  <c:v>0.0487</c:v>
                </c:pt>
                <c:pt idx="14">
                  <c:v>0.0181</c:v>
                </c:pt>
                <c:pt idx="15">
                  <c:v>-0.0147</c:v>
                </c:pt>
                <c:pt idx="16">
                  <c:v>-0.0496</c:v>
                </c:pt>
                <c:pt idx="17">
                  <c:v>-0.0863</c:v>
                </c:pt>
                <c:pt idx="18">
                  <c:v>-0.1246</c:v>
                </c:pt>
                <c:pt idx="19">
                  <c:v>-0.1644</c:v>
                </c:pt>
                <c:pt idx="20">
                  <c:v>-0.2054</c:v>
                </c:pt>
                <c:pt idx="21">
                  <c:v>-0.2473</c:v>
                </c:pt>
                <c:pt idx="22">
                  <c:v>-0.2899</c:v>
                </c:pt>
                <c:pt idx="23">
                  <c:v>-0.3326</c:v>
                </c:pt>
                <c:pt idx="24">
                  <c:v>-0.3751</c:v>
                </c:pt>
                <c:pt idx="25">
                  <c:v>-0.4169</c:v>
                </c:pt>
                <c:pt idx="26">
                  <c:v>-0.4574</c:v>
                </c:pt>
                <c:pt idx="27">
                  <c:v>-0.4959</c:v>
                </c:pt>
                <c:pt idx="28">
                  <c:v>-0.5318</c:v>
                </c:pt>
                <c:pt idx="29">
                  <c:v>-0.5642</c:v>
                </c:pt>
                <c:pt idx="30">
                  <c:v>-0.5922</c:v>
                </c:pt>
                <c:pt idx="31">
                  <c:v>-0.6151</c:v>
                </c:pt>
                <c:pt idx="32">
                  <c:v>-0.6318</c:v>
                </c:pt>
                <c:pt idx="33">
                  <c:v>-0.6415</c:v>
                </c:pt>
                <c:pt idx="34">
                  <c:v>-0.6434</c:v>
                </c:pt>
                <c:pt idx="35">
                  <c:v>-0.637</c:v>
                </c:pt>
                <c:pt idx="36">
                  <c:v>-0.6219</c:v>
                </c:pt>
                <c:pt idx="37">
                  <c:v>-0.5983</c:v>
                </c:pt>
                <c:pt idx="38">
                  <c:v>-0.5666</c:v>
                </c:pt>
                <c:pt idx="39">
                  <c:v>-0.5276</c:v>
                </c:pt>
                <c:pt idx="40">
                  <c:v>-0.4819</c:v>
                </c:pt>
                <c:pt idx="41">
                  <c:v>-0.4304</c:v>
                </c:pt>
                <c:pt idx="42">
                  <c:v>-0.3738</c:v>
                </c:pt>
                <c:pt idx="43">
                  <c:v>-0.3129</c:v>
                </c:pt>
                <c:pt idx="44">
                  <c:v>-0.2485</c:v>
                </c:pt>
                <c:pt idx="45">
                  <c:v>-0.1812</c:v>
                </c:pt>
                <c:pt idx="46">
                  <c:v>-0.1117</c:v>
                </c:pt>
                <c:pt idx="47">
                  <c:v>-0.0405</c:v>
                </c:pt>
                <c:pt idx="48">
                  <c:v>0.0319</c:v>
                </c:pt>
                <c:pt idx="49">
                  <c:v>0.1049</c:v>
                </c:pt>
                <c:pt idx="50">
                  <c:v>0.178</c:v>
                </c:pt>
                <c:pt idx="51">
                  <c:v>0.2506</c:v>
                </c:pt>
                <c:pt idx="52">
                  <c:v>0.3223</c:v>
                </c:pt>
                <c:pt idx="53">
                  <c:v>0.3925</c:v>
                </c:pt>
                <c:pt idx="54">
                  <c:v>0.4603</c:v>
                </c:pt>
                <c:pt idx="55">
                  <c:v>0.5252</c:v>
                </c:pt>
                <c:pt idx="56">
                  <c:v>0.5862</c:v>
                </c:pt>
                <c:pt idx="57">
                  <c:v>0.6423</c:v>
                </c:pt>
                <c:pt idx="58">
                  <c:v>0.6925</c:v>
                </c:pt>
                <c:pt idx="59">
                  <c:v>0.7357</c:v>
                </c:pt>
                <c:pt idx="60">
                  <c:v>0.7708</c:v>
                </c:pt>
                <c:pt idx="61">
                  <c:v>0.7971</c:v>
                </c:pt>
                <c:pt idx="62">
                  <c:v>0.814</c:v>
                </c:pt>
                <c:pt idx="63">
                  <c:v>0.8212</c:v>
                </c:pt>
                <c:pt idx="64">
                  <c:v>0.8189</c:v>
                </c:pt>
                <c:pt idx="65">
                  <c:v>0.8074</c:v>
                </c:pt>
                <c:pt idx="66">
                  <c:v>0.7872</c:v>
                </c:pt>
                <c:pt idx="67">
                  <c:v>0.7587</c:v>
                </c:pt>
                <c:pt idx="68">
                  <c:v>0.7226</c:v>
                </c:pt>
                <c:pt idx="69">
                  <c:v>0.6798</c:v>
                </c:pt>
                <c:pt idx="70">
                  <c:v>0.6308</c:v>
                </c:pt>
                <c:pt idx="71">
                  <c:v>0.5766</c:v>
                </c:pt>
                <c:pt idx="72">
                  <c:v>0.5179</c:v>
                </c:pt>
                <c:pt idx="73">
                  <c:v>0.4554</c:v>
                </c:pt>
                <c:pt idx="74">
                  <c:v>0.3897</c:v>
                </c:pt>
                <c:pt idx="75">
                  <c:v>0.3215</c:v>
                </c:pt>
                <c:pt idx="76">
                  <c:v>0.2515</c:v>
                </c:pt>
                <c:pt idx="77">
                  <c:v>0.18</c:v>
                </c:pt>
                <c:pt idx="78">
                  <c:v>0.1078</c:v>
                </c:pt>
                <c:pt idx="79">
                  <c:v>0.0352</c:v>
                </c:pt>
                <c:pt idx="80">
                  <c:v>-0.0372</c:v>
                </c:pt>
                <c:pt idx="81">
                  <c:v>-0.1088</c:v>
                </c:pt>
                <c:pt idx="82">
                  <c:v>-0.1792</c:v>
                </c:pt>
                <c:pt idx="83">
                  <c:v>-0.2476</c:v>
                </c:pt>
                <c:pt idx="84">
                  <c:v>-0.3135</c:v>
                </c:pt>
                <c:pt idx="85">
                  <c:v>-0.3761</c:v>
                </c:pt>
                <c:pt idx="86">
                  <c:v>-0.4348</c:v>
                </c:pt>
                <c:pt idx="87">
                  <c:v>-0.4888</c:v>
                </c:pt>
                <c:pt idx="88">
                  <c:v>-0.5371</c:v>
                </c:pt>
                <c:pt idx="89">
                  <c:v>-0.5791</c:v>
                </c:pt>
                <c:pt idx="90">
                  <c:v>-0.614</c:v>
                </c:pt>
                <c:pt idx="91">
                  <c:v>-0.641</c:v>
                </c:pt>
                <c:pt idx="92">
                  <c:v>-0.6599</c:v>
                </c:pt>
                <c:pt idx="93">
                  <c:v>-0.6704</c:v>
                </c:pt>
                <c:pt idx="94">
                  <c:v>-0.6728</c:v>
                </c:pt>
                <c:pt idx="95">
                  <c:v>-0.6677</c:v>
                </c:pt>
                <c:pt idx="96">
                  <c:v>-0.6558</c:v>
                </c:pt>
                <c:pt idx="97">
                  <c:v>-0.6381</c:v>
                </c:pt>
                <c:pt idx="98">
                  <c:v>-0.6155</c:v>
                </c:pt>
                <c:pt idx="99">
                  <c:v>-0.5889</c:v>
                </c:pt>
                <c:pt idx="100">
                  <c:v>-0.5591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μ + 2σ</c:v>
                </c:pt>
              </c:strCache>
            </c:strRef>
          </c:tx>
          <c:spPr>
            <a:solidFill>
              <a:srgbClr val="9FC0E6"/>
            </a:solidFill>
            <a:ln w="31750" cap="flat">
              <a:solidFill>
                <a:srgbClr val="9FC0E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FC0E6"/>
              </a:solidFill>
              <a:ln w="9525" cap="flat">
                <a:solidFill>
                  <a:srgbClr val="9FC0E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</c:v>
                  </c:pt>
                </c:lvl>
              </c:multiLvlStrCache>
            </c:multiLvlStrRef>
          </c:cat>
          <c:val>
            <c:numRef>
              <c:f>Sheet1!$D$2:$D$102</c:f>
              <c:numCache>
                <c:formatCode>General</c:formatCode>
                <c:ptCount val="101"/>
                <c:pt idx="0">
                  <c:v>0.9333</c:v>
                </c:pt>
                <c:pt idx="1">
                  <c:v>0.8624</c:v>
                </c:pt>
                <c:pt idx="2">
                  <c:v>0.7839</c:v>
                </c:pt>
                <c:pt idx="3">
                  <c:v>0.6976</c:v>
                </c:pt>
                <c:pt idx="4">
                  <c:v>0.6038</c:v>
                </c:pt>
                <c:pt idx="5">
                  <c:v>0.5027</c:v>
                </c:pt>
                <c:pt idx="6">
                  <c:v>0.3952</c:v>
                </c:pt>
                <c:pt idx="7">
                  <c:v>0.2824</c:v>
                </c:pt>
                <c:pt idx="8">
                  <c:v>0.1767</c:v>
                </c:pt>
                <c:pt idx="9">
                  <c:v>0.2484</c:v>
                </c:pt>
                <c:pt idx="10">
                  <c:v>0.3254</c:v>
                </c:pt>
                <c:pt idx="11">
                  <c:v>0.3952</c:v>
                </c:pt>
                <c:pt idx="12">
                  <c:v>0.4563</c:v>
                </c:pt>
                <c:pt idx="13">
                  <c:v>0.5077</c:v>
                </c:pt>
                <c:pt idx="14">
                  <c:v>0.5487</c:v>
                </c:pt>
                <c:pt idx="15">
                  <c:v>0.5791</c:v>
                </c:pt>
                <c:pt idx="16">
                  <c:v>0.5985</c:v>
                </c:pt>
                <c:pt idx="17">
                  <c:v>0.6069</c:v>
                </c:pt>
                <c:pt idx="18">
                  <c:v>0.6043</c:v>
                </c:pt>
                <c:pt idx="19">
                  <c:v>0.591</c:v>
                </c:pt>
                <c:pt idx="20">
                  <c:v>0.5671</c:v>
                </c:pt>
                <c:pt idx="21">
                  <c:v>0.5329</c:v>
                </c:pt>
                <c:pt idx="22">
                  <c:v>0.4887</c:v>
                </c:pt>
                <c:pt idx="23">
                  <c:v>0.435</c:v>
                </c:pt>
                <c:pt idx="24">
                  <c:v>0.3721</c:v>
                </c:pt>
                <c:pt idx="25">
                  <c:v>0.3008</c:v>
                </c:pt>
                <c:pt idx="26">
                  <c:v>0.2217</c:v>
                </c:pt>
                <c:pt idx="27">
                  <c:v>0.1356</c:v>
                </c:pt>
                <c:pt idx="28">
                  <c:v>0.0435</c:v>
                </c:pt>
                <c:pt idx="29">
                  <c:v>-0.0534</c:v>
                </c:pt>
                <c:pt idx="30">
                  <c:v>-0.1537</c:v>
                </c:pt>
                <c:pt idx="31">
                  <c:v>-0.2557</c:v>
                </c:pt>
                <c:pt idx="32">
                  <c:v>-0.3574</c:v>
                </c:pt>
                <c:pt idx="33">
                  <c:v>-0.4564</c:v>
                </c:pt>
                <c:pt idx="34">
                  <c:v>-0.5501</c:v>
                </c:pt>
                <c:pt idx="35">
                  <c:v>-0.6248</c:v>
                </c:pt>
                <c:pt idx="36">
                  <c:v>-0.531</c:v>
                </c:pt>
                <c:pt idx="37">
                  <c:v>-0.4228</c:v>
                </c:pt>
                <c:pt idx="38">
                  <c:v>-0.3138</c:v>
                </c:pt>
                <c:pt idx="39">
                  <c:v>-0.2065</c:v>
                </c:pt>
                <c:pt idx="40">
                  <c:v>-0.1032</c:v>
                </c:pt>
                <c:pt idx="41">
                  <c:v>-0.0056</c:v>
                </c:pt>
                <c:pt idx="42">
                  <c:v>0.0848</c:v>
                </c:pt>
                <c:pt idx="43">
                  <c:v>0.1667</c:v>
                </c:pt>
                <c:pt idx="44">
                  <c:v>0.2395</c:v>
                </c:pt>
                <c:pt idx="45">
                  <c:v>0.3025</c:v>
                </c:pt>
                <c:pt idx="46">
                  <c:v>0.3555</c:v>
                </c:pt>
                <c:pt idx="47">
                  <c:v>0.3987</c:v>
                </c:pt>
                <c:pt idx="48">
                  <c:v>0.4325</c:v>
                </c:pt>
                <c:pt idx="49">
                  <c:v>0.4577</c:v>
                </c:pt>
                <c:pt idx="50">
                  <c:v>0.4755</c:v>
                </c:pt>
                <c:pt idx="51">
                  <c:v>0.4876</c:v>
                </c:pt>
                <c:pt idx="52">
                  <c:v>0.496</c:v>
                </c:pt>
                <c:pt idx="53">
                  <c:v>0.5034</c:v>
                </c:pt>
                <c:pt idx="54">
                  <c:v>0.5131</c:v>
                </c:pt>
                <c:pt idx="55">
                  <c:v>0.5373</c:v>
                </c:pt>
                <c:pt idx="56">
                  <c:v>0.6258</c:v>
                </c:pt>
                <c:pt idx="57">
                  <c:v>0.7037</c:v>
                </c:pt>
                <c:pt idx="58">
                  <c:v>0.759</c:v>
                </c:pt>
                <c:pt idx="59">
                  <c:v>0.7916</c:v>
                </c:pt>
                <c:pt idx="60">
                  <c:v>0.8041</c:v>
                </c:pt>
                <c:pt idx="61">
                  <c:v>0.8093</c:v>
                </c:pt>
                <c:pt idx="62">
                  <c:v>0.8474</c:v>
                </c:pt>
                <c:pt idx="63">
                  <c:v>0.8775</c:v>
                </c:pt>
                <c:pt idx="64">
                  <c:v>0.8862</c:v>
                </c:pt>
                <c:pt idx="65">
                  <c:v>0.8697</c:v>
                </c:pt>
                <c:pt idx="66">
                  <c:v>0.8276</c:v>
                </c:pt>
                <c:pt idx="67">
                  <c:v>0.7708</c:v>
                </c:pt>
                <c:pt idx="68">
                  <c:v>0.7772</c:v>
                </c:pt>
                <c:pt idx="69">
                  <c:v>0.7957</c:v>
                </c:pt>
                <c:pt idx="70">
                  <c:v>0.8144</c:v>
                </c:pt>
                <c:pt idx="71">
                  <c:v>0.8304</c:v>
                </c:pt>
                <c:pt idx="72">
                  <c:v>0.8416</c:v>
                </c:pt>
                <c:pt idx="73">
                  <c:v>0.8461</c:v>
                </c:pt>
                <c:pt idx="74">
                  <c:v>0.8428</c:v>
                </c:pt>
                <c:pt idx="75">
                  <c:v>0.8306</c:v>
                </c:pt>
                <c:pt idx="76">
                  <c:v>0.809</c:v>
                </c:pt>
                <c:pt idx="77">
                  <c:v>0.7775</c:v>
                </c:pt>
                <c:pt idx="78">
                  <c:v>0.7358</c:v>
                </c:pt>
                <c:pt idx="79">
                  <c:v>0.684</c:v>
                </c:pt>
                <c:pt idx="80">
                  <c:v>0.6222</c:v>
                </c:pt>
                <c:pt idx="81">
                  <c:v>0.5505</c:v>
                </c:pt>
                <c:pt idx="82">
                  <c:v>0.4694</c:v>
                </c:pt>
                <c:pt idx="83">
                  <c:v>0.3794</c:v>
                </c:pt>
                <c:pt idx="84">
                  <c:v>0.2812</c:v>
                </c:pt>
                <c:pt idx="85">
                  <c:v>0.1755</c:v>
                </c:pt>
                <c:pt idx="86">
                  <c:v>0.0634</c:v>
                </c:pt>
                <c:pt idx="87">
                  <c:v>-0.0538</c:v>
                </c:pt>
                <c:pt idx="88">
                  <c:v>-0.1748</c:v>
                </c:pt>
                <c:pt idx="89">
                  <c:v>-0.2979</c:v>
                </c:pt>
                <c:pt idx="90">
                  <c:v>-0.4212</c:v>
                </c:pt>
                <c:pt idx="91">
                  <c:v>-0.5421</c:v>
                </c:pt>
                <c:pt idx="92">
                  <c:v>-0.6478</c:v>
                </c:pt>
                <c:pt idx="93">
                  <c:v>-0.5699</c:v>
                </c:pt>
                <c:pt idx="94">
                  <c:v>-0.4737</c:v>
                </c:pt>
                <c:pt idx="95">
                  <c:v>-0.3723</c:v>
                </c:pt>
                <c:pt idx="96">
                  <c:v>-0.2681</c:v>
                </c:pt>
                <c:pt idx="97">
                  <c:v>-0.1631</c:v>
                </c:pt>
                <c:pt idx="98">
                  <c:v>-0.0587</c:v>
                </c:pt>
                <c:pt idx="99">
                  <c:v>0.0436</c:v>
                </c:pt>
                <c:pt idx="100">
                  <c:v>0.1429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μ − 2σ</c:v>
                </c:pt>
              </c:strCache>
            </c:strRef>
          </c:tx>
          <c:spPr>
            <a:solidFill>
              <a:srgbClr val="9FC0E6"/>
            </a:solidFill>
            <a:ln w="31750" cap="flat">
              <a:solidFill>
                <a:srgbClr val="9FC0E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FC0E6"/>
              </a:solidFill>
              <a:ln w="9525" cap="flat">
                <a:solidFill>
                  <a:srgbClr val="9FC0E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</c:v>
                  </c:pt>
                </c:lvl>
              </c:multiLvlStrCache>
            </c:multiLvlStrRef>
          </c:cat>
          <c:val>
            <c:numRef>
              <c:f>Sheet1!$E$2:$E$102</c:f>
              <c:numCache>
                <c:formatCode>General</c:formatCode>
                <c:ptCount val="101"/>
                <c:pt idx="0">
                  <c:v>-0.4811</c:v>
                </c:pt>
                <c:pt idx="1">
                  <c:v>-0.4135</c:v>
                </c:pt>
                <c:pt idx="2">
                  <c:v>-0.3408</c:v>
                </c:pt>
                <c:pt idx="3">
                  <c:v>-0.2634</c:v>
                </c:pt>
                <c:pt idx="4">
                  <c:v>-0.1819</c:v>
                </c:pt>
                <c:pt idx="5">
                  <c:v>-0.097</c:v>
                </c:pt>
                <c:pt idx="6">
                  <c:v>-0.0101</c:v>
                </c:pt>
                <c:pt idx="7">
                  <c:v>0.0773</c:v>
                </c:pt>
                <c:pt idx="8">
                  <c:v>0.1525</c:v>
                </c:pt>
                <c:pt idx="9">
                  <c:v>0.045</c:v>
                </c:pt>
                <c:pt idx="10">
                  <c:v>-0.0732</c:v>
                </c:pt>
                <c:pt idx="11">
                  <c:v>-0.1895</c:v>
                </c:pt>
                <c:pt idx="12">
                  <c:v>-0.3022</c:v>
                </c:pt>
                <c:pt idx="13">
                  <c:v>-0.4102</c:v>
                </c:pt>
                <c:pt idx="14">
                  <c:v>-0.5125</c:v>
                </c:pt>
                <c:pt idx="15">
                  <c:v>-0.6085</c:v>
                </c:pt>
                <c:pt idx="16">
                  <c:v>-0.6976</c:v>
                </c:pt>
                <c:pt idx="17">
                  <c:v>-0.7794</c:v>
                </c:pt>
                <c:pt idx="18">
                  <c:v>-0.8536</c:v>
                </c:pt>
                <c:pt idx="19">
                  <c:v>-0.9199</c:v>
                </c:pt>
                <c:pt idx="20">
                  <c:v>-0.9779</c:v>
                </c:pt>
                <c:pt idx="21">
                  <c:v>-1.0276</c:v>
                </c:pt>
                <c:pt idx="22">
                  <c:v>-1.0684</c:v>
                </c:pt>
                <c:pt idx="23">
                  <c:v>-1.1001</c:v>
                </c:pt>
                <c:pt idx="24">
                  <c:v>-1.1223</c:v>
                </c:pt>
                <c:pt idx="25">
                  <c:v>-1.1346</c:v>
                </c:pt>
                <c:pt idx="26">
                  <c:v>-1.1364</c:v>
                </c:pt>
                <c:pt idx="27">
                  <c:v>-1.1274</c:v>
                </c:pt>
                <c:pt idx="28">
                  <c:v>-1.107</c:v>
                </c:pt>
                <c:pt idx="29">
                  <c:v>-1.0749</c:v>
                </c:pt>
                <c:pt idx="30">
                  <c:v>-1.0307</c:v>
                </c:pt>
                <c:pt idx="31">
                  <c:v>-0.9745</c:v>
                </c:pt>
                <c:pt idx="32">
                  <c:v>-0.9062</c:v>
                </c:pt>
                <c:pt idx="33">
                  <c:v>-0.8266</c:v>
                </c:pt>
                <c:pt idx="34">
                  <c:v>-0.7367</c:v>
                </c:pt>
                <c:pt idx="35">
                  <c:v>-0.6491</c:v>
                </c:pt>
                <c:pt idx="36">
                  <c:v>-0.7128</c:v>
                </c:pt>
                <c:pt idx="37">
                  <c:v>-0.7737</c:v>
                </c:pt>
                <c:pt idx="38">
                  <c:v>-0.8195</c:v>
                </c:pt>
                <c:pt idx="39">
                  <c:v>-0.8486</c:v>
                </c:pt>
                <c:pt idx="40">
                  <c:v>-0.8606</c:v>
                </c:pt>
                <c:pt idx="41">
                  <c:v>-0.8551</c:v>
                </c:pt>
                <c:pt idx="42">
                  <c:v>-0.8323</c:v>
                </c:pt>
                <c:pt idx="43">
                  <c:v>-0.7926</c:v>
                </c:pt>
                <c:pt idx="44">
                  <c:v>-0.7365</c:v>
                </c:pt>
                <c:pt idx="45">
                  <c:v>-0.6649</c:v>
                </c:pt>
                <c:pt idx="46">
                  <c:v>-0.5789</c:v>
                </c:pt>
                <c:pt idx="47">
                  <c:v>-0.4796</c:v>
                </c:pt>
                <c:pt idx="48">
                  <c:v>-0.3686</c:v>
                </c:pt>
                <c:pt idx="49">
                  <c:v>-0.2479</c:v>
                </c:pt>
                <c:pt idx="50">
                  <c:v>-0.1195</c:v>
                </c:pt>
                <c:pt idx="51">
                  <c:v>0.0137</c:v>
                </c:pt>
                <c:pt idx="52">
                  <c:v>0.1487</c:v>
                </c:pt>
                <c:pt idx="53">
                  <c:v>0.2815</c:v>
                </c:pt>
                <c:pt idx="54">
                  <c:v>0.4076</c:v>
                </c:pt>
                <c:pt idx="55">
                  <c:v>0.5131</c:v>
                </c:pt>
                <c:pt idx="56">
                  <c:v>0.5465</c:v>
                </c:pt>
                <c:pt idx="57">
                  <c:v>0.581</c:v>
                </c:pt>
                <c:pt idx="58">
                  <c:v>0.626</c:v>
                </c:pt>
                <c:pt idx="59">
                  <c:v>0.6798</c:v>
                </c:pt>
                <c:pt idx="60">
                  <c:v>0.7376</c:v>
                </c:pt>
                <c:pt idx="61">
                  <c:v>0.785</c:v>
                </c:pt>
                <c:pt idx="62">
                  <c:v>0.7806</c:v>
                </c:pt>
                <c:pt idx="63">
                  <c:v>0.7649</c:v>
                </c:pt>
                <c:pt idx="64">
                  <c:v>0.7517</c:v>
                </c:pt>
                <c:pt idx="65">
                  <c:v>0.7452</c:v>
                </c:pt>
                <c:pt idx="66">
                  <c:v>0.7468</c:v>
                </c:pt>
                <c:pt idx="67">
                  <c:v>0.7466</c:v>
                </c:pt>
                <c:pt idx="68">
                  <c:v>0.6681</c:v>
                </c:pt>
                <c:pt idx="69">
                  <c:v>0.5638</c:v>
                </c:pt>
                <c:pt idx="70">
                  <c:v>0.4472</c:v>
                </c:pt>
                <c:pt idx="71">
                  <c:v>0.3228</c:v>
                </c:pt>
                <c:pt idx="72">
                  <c:v>0.1942</c:v>
                </c:pt>
                <c:pt idx="73">
                  <c:v>0.0646</c:v>
                </c:pt>
                <c:pt idx="74">
                  <c:v>-0.0634</c:v>
                </c:pt>
                <c:pt idx="75">
                  <c:v>-0.1875</c:v>
                </c:pt>
                <c:pt idx="76">
                  <c:v>-0.3061</c:v>
                </c:pt>
                <c:pt idx="77">
                  <c:v>-0.4174</c:v>
                </c:pt>
                <c:pt idx="78">
                  <c:v>-0.5203</c:v>
                </c:pt>
                <c:pt idx="79">
                  <c:v>-0.6137</c:v>
                </c:pt>
                <c:pt idx="80">
                  <c:v>-0.6966</c:v>
                </c:pt>
                <c:pt idx="81">
                  <c:v>-0.7682</c:v>
                </c:pt>
                <c:pt idx="82">
                  <c:v>-0.8278</c:v>
                </c:pt>
                <c:pt idx="83">
                  <c:v>-0.8746</c:v>
                </c:pt>
                <c:pt idx="84">
                  <c:v>-0.9082</c:v>
                </c:pt>
                <c:pt idx="85">
                  <c:v>-0.9278</c:v>
                </c:pt>
                <c:pt idx="86">
                  <c:v>-0.9331</c:v>
                </c:pt>
                <c:pt idx="87">
                  <c:v>-0.9237</c:v>
                </c:pt>
                <c:pt idx="88">
                  <c:v>-0.8994</c:v>
                </c:pt>
                <c:pt idx="89">
                  <c:v>-0.8603</c:v>
                </c:pt>
                <c:pt idx="90">
                  <c:v>-0.8068</c:v>
                </c:pt>
                <c:pt idx="91">
                  <c:v>-0.74</c:v>
                </c:pt>
                <c:pt idx="92">
                  <c:v>-0.672</c:v>
                </c:pt>
                <c:pt idx="93">
                  <c:v>-0.7709</c:v>
                </c:pt>
                <c:pt idx="94">
                  <c:v>-0.8719</c:v>
                </c:pt>
                <c:pt idx="95">
                  <c:v>-0.963</c:v>
                </c:pt>
                <c:pt idx="96">
                  <c:v>-1.0435</c:v>
                </c:pt>
                <c:pt idx="97">
                  <c:v>-1.1132</c:v>
                </c:pt>
                <c:pt idx="98">
                  <c:v>-1.1723</c:v>
                </c:pt>
                <c:pt idx="99">
                  <c:v>-1.2213</c:v>
                </c:pt>
                <c:pt idx="100">
                  <c:v>-1.261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-1.5"/>
        </c:scaling>
        <c:delete val="0"/>
        <c:axPos val="l"/>
        <c:majorGridlines>
          <c:spPr>
            <a:ln w="6350" cap="flat">
              <a:solidFill>
                <a:srgbClr val="EE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B2A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D9822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D9822B"/>
                </a:solidFill>
                <a:latin typeface="Arial"/>
              </a:rPr>
              <a:t>획득함수 EI(x) → 최댓값 위치가 다음 실험점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07"/>
          <c:y val="0.12"/>
          <c:w val="0.9"/>
          <c:h val="0.6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EI(x)</c:v>
                </c:pt>
              </c:strCache>
            </c:strRef>
          </c:tx>
          <c:spPr>
            <a:solidFill>
              <a:srgbClr val="D9822B"/>
            </a:solidFill>
            <a:ln w="31750" cap="flat">
              <a:solidFill>
                <a:srgbClr val="D982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822B"/>
              </a:solidFill>
              <a:ln w="9525" cap="flat">
                <a:solidFill>
                  <a:srgbClr val="D982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</c:v>
                  </c:pt>
                </c:lvl>
              </c:multiLvlStrCache>
            </c:multiLvlStr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0.00793</c:v>
                </c:pt>
                <c:pt idx="1">
                  <c:v>0.0046</c:v>
                </c:pt>
                <c:pt idx="2">
                  <c:v>0.0021</c:v>
                </c:pt>
                <c:pt idx="3">
                  <c:v>0.00063</c:v>
                </c:pt>
                <c:pt idx="4">
                  <c:v>0.00008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0.00003</c:v>
                </c:pt>
                <c:pt idx="14">
                  <c:v>0.00013</c:v>
                </c:pt>
                <c:pt idx="15">
                  <c:v>0.00028</c:v>
                </c:pt>
                <c:pt idx="16">
                  <c:v>0.00045</c:v>
                </c:pt>
                <c:pt idx="17">
                  <c:v>0.0006</c:v>
                </c:pt>
                <c:pt idx="18">
                  <c:v>0.00067</c:v>
                </c:pt>
                <c:pt idx="19">
                  <c:v>0.00066</c:v>
                </c:pt>
                <c:pt idx="20">
                  <c:v>0.00057</c:v>
                </c:pt>
                <c:pt idx="21">
                  <c:v>0.00044</c:v>
                </c:pt>
                <c:pt idx="22">
                  <c:v>0.0003</c:v>
                </c:pt>
                <c:pt idx="23">
                  <c:v>0.00018</c:v>
                </c:pt>
                <c:pt idx="24">
                  <c:v>0.00009</c:v>
                </c:pt>
                <c:pt idx="25">
                  <c:v>0.00003</c:v>
                </c:pt>
                <c:pt idx="26">
                  <c:v>0.00001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0.00001</c:v>
                </c:pt>
                <c:pt idx="59">
                  <c:v>0.00014</c:v>
                </c:pt>
                <c:pt idx="60">
                  <c:v>0.0004</c:v>
                </c:pt>
                <c:pt idx="61">
                  <c:v>0.00237</c:v>
                </c:pt>
                <c:pt idx="62">
                  <c:v>0.01815</c:v>
                </c:pt>
                <c:pt idx="63">
                  <c:v>0.02709</c:v>
                </c:pt>
                <c:pt idx="64">
                  <c:v>0.02697</c:v>
                </c:pt>
                <c:pt idx="65">
                  <c:v>0.01818</c:v>
                </c:pt>
                <c:pt idx="66">
                  <c:v>0.00401</c:v>
                </c:pt>
                <c:pt idx="67">
                  <c:v>0</c:v>
                </c:pt>
                <c:pt idx="68">
                  <c:v>0.00003</c:v>
                </c:pt>
                <c:pt idx="69">
                  <c:v>0.00046</c:v>
                </c:pt>
                <c:pt idx="70">
                  <c:v>0.00127</c:v>
                </c:pt>
                <c:pt idx="71">
                  <c:v>0.00211</c:v>
                </c:pt>
                <c:pt idx="72">
                  <c:v>0.00278</c:v>
                </c:pt>
                <c:pt idx="73">
                  <c:v>0.00316</c:v>
                </c:pt>
                <c:pt idx="74">
                  <c:v>0.00324</c:v>
                </c:pt>
                <c:pt idx="75">
                  <c:v>0.00305</c:v>
                </c:pt>
                <c:pt idx="76">
                  <c:v>0.00265</c:v>
                </c:pt>
                <c:pt idx="77">
                  <c:v>0.00212</c:v>
                </c:pt>
                <c:pt idx="78">
                  <c:v>0.00155</c:v>
                </c:pt>
                <c:pt idx="79">
                  <c:v>0.00103</c:v>
                </c:pt>
                <c:pt idx="80">
                  <c:v>0.0006</c:v>
                </c:pt>
                <c:pt idx="81">
                  <c:v>0.0003</c:v>
                </c:pt>
                <c:pt idx="82">
                  <c:v>0.00012</c:v>
                </c:pt>
                <c:pt idx="83">
                  <c:v>0.00004</c:v>
                </c:pt>
                <c:pt idx="84">
                  <c:v>0.00001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(3회 평균)</c:v>
                </c:pt>
              </c:strCache>
            </c:strRef>
          </c:tx>
          <c:spPr>
            <a:solidFill>
              <a:srgbClr val="9AA7BD"/>
            </a:solidFill>
            <a:ln w="38100" cap="flat">
              <a:solidFill>
                <a:srgbClr val="9AA7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D"/>
              </a:solidFill>
              <a:ln w="9525" cap="flat">
                <a:solidFill>
                  <a:srgbClr val="9AA7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60</c:v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0.72901</c:v>
                </c:pt>
                <c:pt idx="1">
                  <c:v>0.75231</c:v>
                </c:pt>
                <c:pt idx="2">
                  <c:v>0.75231</c:v>
                </c:pt>
                <c:pt idx="3">
                  <c:v>0.75411</c:v>
                </c:pt>
                <c:pt idx="4">
                  <c:v>0.75411</c:v>
                </c:pt>
                <c:pt idx="5">
                  <c:v>0.75496</c:v>
                </c:pt>
                <c:pt idx="6">
                  <c:v>0.75496</c:v>
                </c:pt>
                <c:pt idx="7">
                  <c:v>0.75496</c:v>
                </c:pt>
                <c:pt idx="8">
                  <c:v>0.75496</c:v>
                </c:pt>
                <c:pt idx="9">
                  <c:v>0.75502</c:v>
                </c:pt>
                <c:pt idx="10">
                  <c:v>0.75502</c:v>
                </c:pt>
                <c:pt idx="11">
                  <c:v>0.75502</c:v>
                </c:pt>
                <c:pt idx="12">
                  <c:v>0.75705</c:v>
                </c:pt>
                <c:pt idx="13">
                  <c:v>0.75705</c:v>
                </c:pt>
                <c:pt idx="14">
                  <c:v>0.75705</c:v>
                </c:pt>
                <c:pt idx="15">
                  <c:v>0.75721</c:v>
                </c:pt>
                <c:pt idx="16">
                  <c:v>0.75721</c:v>
                </c:pt>
                <c:pt idx="17">
                  <c:v>0.75721</c:v>
                </c:pt>
                <c:pt idx="18">
                  <c:v>0.75721</c:v>
                </c:pt>
                <c:pt idx="19">
                  <c:v>0.75721</c:v>
                </c:pt>
                <c:pt idx="20">
                  <c:v>0.75721</c:v>
                </c:pt>
                <c:pt idx="21">
                  <c:v>0.75721</c:v>
                </c:pt>
                <c:pt idx="22">
                  <c:v>0.75722</c:v>
                </c:pt>
                <c:pt idx="23">
                  <c:v>0.75722</c:v>
                </c:pt>
                <c:pt idx="24">
                  <c:v>0.75722</c:v>
                </c:pt>
                <c:pt idx="25">
                  <c:v>0.75731</c:v>
                </c:pt>
                <c:pt idx="26">
                  <c:v>0.75731</c:v>
                </c:pt>
                <c:pt idx="27">
                  <c:v>0.75731</c:v>
                </c:pt>
                <c:pt idx="28">
                  <c:v>0.75731</c:v>
                </c:pt>
                <c:pt idx="29">
                  <c:v>0.75771</c:v>
                </c:pt>
                <c:pt idx="30">
                  <c:v>0.75862</c:v>
                </c:pt>
                <c:pt idx="31">
                  <c:v>0.75862</c:v>
                </c:pt>
                <c:pt idx="32">
                  <c:v>0.75862</c:v>
                </c:pt>
                <c:pt idx="33">
                  <c:v>0.75892</c:v>
                </c:pt>
                <c:pt idx="34">
                  <c:v>0.75892</c:v>
                </c:pt>
                <c:pt idx="35">
                  <c:v>0.75892</c:v>
                </c:pt>
                <c:pt idx="36">
                  <c:v>0.75892</c:v>
                </c:pt>
                <c:pt idx="37">
                  <c:v>0.75892</c:v>
                </c:pt>
                <c:pt idx="38">
                  <c:v>0.75892</c:v>
                </c:pt>
                <c:pt idx="39">
                  <c:v>0.75892</c:v>
                </c:pt>
                <c:pt idx="40">
                  <c:v>0.75892</c:v>
                </c:pt>
                <c:pt idx="41">
                  <c:v>0.75892</c:v>
                </c:pt>
                <c:pt idx="42">
                  <c:v>0.75892</c:v>
                </c:pt>
                <c:pt idx="43">
                  <c:v>0.75892</c:v>
                </c:pt>
                <c:pt idx="44">
                  <c:v>0.75892</c:v>
                </c:pt>
                <c:pt idx="45">
                  <c:v>0.75892</c:v>
                </c:pt>
                <c:pt idx="46">
                  <c:v>0.75892</c:v>
                </c:pt>
                <c:pt idx="47">
                  <c:v>0.75892</c:v>
                </c:pt>
                <c:pt idx="48">
                  <c:v>0.75892</c:v>
                </c:pt>
                <c:pt idx="49">
                  <c:v>0.75892</c:v>
                </c:pt>
                <c:pt idx="50">
                  <c:v>0.75892</c:v>
                </c:pt>
                <c:pt idx="51">
                  <c:v>0.75892</c:v>
                </c:pt>
                <c:pt idx="52">
                  <c:v>0.75892</c:v>
                </c:pt>
                <c:pt idx="53">
                  <c:v>0.75892</c:v>
                </c:pt>
                <c:pt idx="54">
                  <c:v>0.75892</c:v>
                </c:pt>
                <c:pt idx="55">
                  <c:v>0.75892</c:v>
                </c:pt>
                <c:pt idx="56">
                  <c:v>0.75892</c:v>
                </c:pt>
                <c:pt idx="57">
                  <c:v>0.75892</c:v>
                </c:pt>
                <c:pt idx="58">
                  <c:v>0.75892</c:v>
                </c:pt>
                <c:pt idx="59">
                  <c:v>0.75892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Bayesian TPE (3회 평균)</c:v>
                </c:pt>
              </c:strCache>
            </c:strRef>
          </c:tx>
          <c:spPr>
            <a:solidFill>
              <a:srgbClr val="2C5F9E"/>
            </a:solidFill>
            <a:ln w="38100" cap="flat">
              <a:solidFill>
                <a:srgbClr val="2C5F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C5F9E"/>
              </a:solidFill>
              <a:ln w="9525" cap="flat">
                <a:solidFill>
                  <a:srgbClr val="2C5F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60</c:v>
                  </c:pt>
                </c:lvl>
              </c:multiLvlStrCache>
            </c:multiLvl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0.72901</c:v>
                </c:pt>
                <c:pt idx="1">
                  <c:v>0.75231</c:v>
                </c:pt>
                <c:pt idx="2">
                  <c:v>0.75231</c:v>
                </c:pt>
                <c:pt idx="3">
                  <c:v>0.75411</c:v>
                </c:pt>
                <c:pt idx="4">
                  <c:v>0.75411</c:v>
                </c:pt>
                <c:pt idx="5">
                  <c:v>0.75496</c:v>
                </c:pt>
                <c:pt idx="6">
                  <c:v>0.75496</c:v>
                </c:pt>
                <c:pt idx="7">
                  <c:v>0.75496</c:v>
                </c:pt>
                <c:pt idx="8">
                  <c:v>0.75496</c:v>
                </c:pt>
                <c:pt idx="9">
                  <c:v>0.75502</c:v>
                </c:pt>
                <c:pt idx="10">
                  <c:v>0.75504</c:v>
                </c:pt>
                <c:pt idx="11">
                  <c:v>0.75543</c:v>
                </c:pt>
                <c:pt idx="12">
                  <c:v>0.75581</c:v>
                </c:pt>
                <c:pt idx="13">
                  <c:v>0.75644</c:v>
                </c:pt>
                <c:pt idx="14">
                  <c:v>0.75674</c:v>
                </c:pt>
                <c:pt idx="15">
                  <c:v>0.75674</c:v>
                </c:pt>
                <c:pt idx="16">
                  <c:v>0.75792</c:v>
                </c:pt>
                <c:pt idx="17">
                  <c:v>0.75792</c:v>
                </c:pt>
                <c:pt idx="18">
                  <c:v>0.75792</c:v>
                </c:pt>
                <c:pt idx="19">
                  <c:v>0.75792</c:v>
                </c:pt>
                <c:pt idx="20">
                  <c:v>0.75792</c:v>
                </c:pt>
                <c:pt idx="21">
                  <c:v>0.75839</c:v>
                </c:pt>
                <c:pt idx="22">
                  <c:v>0.75839</c:v>
                </c:pt>
                <c:pt idx="23">
                  <c:v>0.75839</c:v>
                </c:pt>
                <c:pt idx="24">
                  <c:v>0.75959</c:v>
                </c:pt>
                <c:pt idx="25">
                  <c:v>0.75959</c:v>
                </c:pt>
                <c:pt idx="26">
                  <c:v>0.75959</c:v>
                </c:pt>
                <c:pt idx="27">
                  <c:v>0.75988</c:v>
                </c:pt>
                <c:pt idx="28">
                  <c:v>0.75988</c:v>
                </c:pt>
                <c:pt idx="29">
                  <c:v>0.76017</c:v>
                </c:pt>
                <c:pt idx="30">
                  <c:v>0.76122</c:v>
                </c:pt>
                <c:pt idx="31">
                  <c:v>0.76122</c:v>
                </c:pt>
                <c:pt idx="32">
                  <c:v>0.76122</c:v>
                </c:pt>
                <c:pt idx="33">
                  <c:v>0.76141</c:v>
                </c:pt>
                <c:pt idx="34">
                  <c:v>0.76141</c:v>
                </c:pt>
                <c:pt idx="35">
                  <c:v>0.76141</c:v>
                </c:pt>
                <c:pt idx="36">
                  <c:v>0.76141</c:v>
                </c:pt>
                <c:pt idx="37">
                  <c:v>0.76141</c:v>
                </c:pt>
                <c:pt idx="38">
                  <c:v>0.76141</c:v>
                </c:pt>
                <c:pt idx="39">
                  <c:v>0.76141</c:v>
                </c:pt>
                <c:pt idx="40">
                  <c:v>0.76141</c:v>
                </c:pt>
                <c:pt idx="41">
                  <c:v>0.76141</c:v>
                </c:pt>
                <c:pt idx="42">
                  <c:v>0.76141</c:v>
                </c:pt>
                <c:pt idx="43">
                  <c:v>0.76141</c:v>
                </c:pt>
                <c:pt idx="44">
                  <c:v>0.76141</c:v>
                </c:pt>
                <c:pt idx="45">
                  <c:v>0.76141</c:v>
                </c:pt>
                <c:pt idx="46">
                  <c:v>0.76141</c:v>
                </c:pt>
                <c:pt idx="47">
                  <c:v>0.76141</c:v>
                </c:pt>
                <c:pt idx="48">
                  <c:v>0.76141</c:v>
                </c:pt>
                <c:pt idx="49">
                  <c:v>0.76141</c:v>
                </c:pt>
                <c:pt idx="50">
                  <c:v>0.76141</c:v>
                </c:pt>
                <c:pt idx="51">
                  <c:v>0.76141</c:v>
                </c:pt>
                <c:pt idx="52">
                  <c:v>0.76141</c:v>
                </c:pt>
                <c:pt idx="53">
                  <c:v>0.76141</c:v>
                </c:pt>
                <c:pt idx="54">
                  <c:v>0.76141</c:v>
                </c:pt>
                <c:pt idx="55">
                  <c:v>0.76141</c:v>
                </c:pt>
                <c:pt idx="56">
                  <c:v>0.76141</c:v>
                </c:pt>
                <c:pt idx="57">
                  <c:v>0.76168</c:v>
                </c:pt>
                <c:pt idx="58">
                  <c:v>0.76168</c:v>
                </c:pt>
                <c:pt idx="59">
                  <c:v>0.76168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Grid 243회의 최고값 (0.7601)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60</c:v>
                  </c:pt>
                </c:lvl>
              </c:multiLvlStrCache>
            </c:multiLvlStrRef>
          </c:cat>
          <c:val>
            <c:numRef>
              <c:f>Sheet1!$D$2:$D$61</c:f>
              <c:numCache>
                <c:formatCode>General</c:formatCode>
                <c:ptCount val="60"/>
                <c:pt idx="0">
                  <c:v>0.76015</c:v>
                </c:pt>
                <c:pt idx="1">
                  <c:v>0.76015</c:v>
                </c:pt>
                <c:pt idx="2">
                  <c:v>0.76015</c:v>
                </c:pt>
                <c:pt idx="3">
                  <c:v>0.76015</c:v>
                </c:pt>
                <c:pt idx="4">
                  <c:v>0.76015</c:v>
                </c:pt>
                <c:pt idx="5">
                  <c:v>0.76015</c:v>
                </c:pt>
                <c:pt idx="6">
                  <c:v>0.76015</c:v>
                </c:pt>
                <c:pt idx="7">
                  <c:v>0.76015</c:v>
                </c:pt>
                <c:pt idx="8">
                  <c:v>0.76015</c:v>
                </c:pt>
                <c:pt idx="9">
                  <c:v>0.76015</c:v>
                </c:pt>
                <c:pt idx="10">
                  <c:v>0.76015</c:v>
                </c:pt>
                <c:pt idx="11">
                  <c:v>0.76015</c:v>
                </c:pt>
                <c:pt idx="12">
                  <c:v>0.76015</c:v>
                </c:pt>
                <c:pt idx="13">
                  <c:v>0.76015</c:v>
                </c:pt>
                <c:pt idx="14">
                  <c:v>0.76015</c:v>
                </c:pt>
                <c:pt idx="15">
                  <c:v>0.76015</c:v>
                </c:pt>
                <c:pt idx="16">
                  <c:v>0.76015</c:v>
                </c:pt>
                <c:pt idx="17">
                  <c:v>0.76015</c:v>
                </c:pt>
                <c:pt idx="18">
                  <c:v>0.76015</c:v>
                </c:pt>
                <c:pt idx="19">
                  <c:v>0.76015</c:v>
                </c:pt>
                <c:pt idx="20">
                  <c:v>0.76015</c:v>
                </c:pt>
                <c:pt idx="21">
                  <c:v>0.76015</c:v>
                </c:pt>
                <c:pt idx="22">
                  <c:v>0.76015</c:v>
                </c:pt>
                <c:pt idx="23">
                  <c:v>0.76015</c:v>
                </c:pt>
                <c:pt idx="24">
                  <c:v>0.76015</c:v>
                </c:pt>
                <c:pt idx="25">
                  <c:v>0.76015</c:v>
                </c:pt>
                <c:pt idx="26">
                  <c:v>0.76015</c:v>
                </c:pt>
                <c:pt idx="27">
                  <c:v>0.76015</c:v>
                </c:pt>
                <c:pt idx="28">
                  <c:v>0.76015</c:v>
                </c:pt>
                <c:pt idx="29">
                  <c:v>0.76015</c:v>
                </c:pt>
                <c:pt idx="30">
                  <c:v>0.76015</c:v>
                </c:pt>
                <c:pt idx="31">
                  <c:v>0.76015</c:v>
                </c:pt>
                <c:pt idx="32">
                  <c:v>0.76015</c:v>
                </c:pt>
                <c:pt idx="33">
                  <c:v>0.76015</c:v>
                </c:pt>
                <c:pt idx="34">
                  <c:v>0.76015</c:v>
                </c:pt>
                <c:pt idx="35">
                  <c:v>0.76015</c:v>
                </c:pt>
                <c:pt idx="36">
                  <c:v>0.76015</c:v>
                </c:pt>
                <c:pt idx="37">
                  <c:v>0.76015</c:v>
                </c:pt>
                <c:pt idx="38">
                  <c:v>0.76015</c:v>
                </c:pt>
                <c:pt idx="39">
                  <c:v>0.76015</c:v>
                </c:pt>
                <c:pt idx="40">
                  <c:v>0.76015</c:v>
                </c:pt>
                <c:pt idx="41">
                  <c:v>0.76015</c:v>
                </c:pt>
                <c:pt idx="42">
                  <c:v>0.76015</c:v>
                </c:pt>
                <c:pt idx="43">
                  <c:v>0.76015</c:v>
                </c:pt>
                <c:pt idx="44">
                  <c:v>0.76015</c:v>
                </c:pt>
                <c:pt idx="45">
                  <c:v>0.76015</c:v>
                </c:pt>
                <c:pt idx="46">
                  <c:v>0.76015</c:v>
                </c:pt>
                <c:pt idx="47">
                  <c:v>0.76015</c:v>
                </c:pt>
                <c:pt idx="48">
                  <c:v>0.76015</c:v>
                </c:pt>
                <c:pt idx="49">
                  <c:v>0.76015</c:v>
                </c:pt>
                <c:pt idx="50">
                  <c:v>0.76015</c:v>
                </c:pt>
                <c:pt idx="51">
                  <c:v>0.76015</c:v>
                </c:pt>
                <c:pt idx="52">
                  <c:v>0.76015</c:v>
                </c:pt>
                <c:pt idx="53">
                  <c:v>0.76015</c:v>
                </c:pt>
                <c:pt idx="54">
                  <c:v>0.76015</c:v>
                </c:pt>
                <c:pt idx="55">
                  <c:v>0.76015</c:v>
                </c:pt>
                <c:pt idx="56">
                  <c:v>0.76015</c:v>
                </c:pt>
                <c:pt idx="57">
                  <c:v>0.76015</c:v>
                </c:pt>
                <c:pt idx="58">
                  <c:v>0.76015</c:v>
                </c:pt>
                <c:pt idx="59">
                  <c:v>0.76015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1B2A4A"/>
                    </a:solidFill>
                    <a:latin typeface="Arial"/>
                  </a:rPr>
                  <a:t>시도 횟수 (5-fold CV 1회 = 1)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65"/>
          <c:min val="0.74"/>
        </c:scaling>
        <c:delete val="0"/>
        <c:axPos val="l"/>
        <c:majorGridlines>
          <c:spPr>
            <a:ln w="6350" cap="flat">
              <a:solidFill>
                <a:srgbClr val="E6EB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1B2A4A"/>
                    </a:solidFill>
                    <a:latin typeface="Arial"/>
                  </a:rPr>
                  <a:t>지금까지 최고 CV AUC</a:t>
                </a:r>
              </a:p>
            </c:rich>
          </c:tx>
          <c:layout/>
          <c:overlay val="0"/>
        </c:title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0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2A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(2회 평균)</c:v>
                </c:pt>
              </c:strCache>
            </c:strRef>
          </c:tx>
          <c:spPr>
            <a:solidFill>
              <a:srgbClr val="9AA7BD"/>
            </a:solidFill>
            <a:ln w="38100" cap="flat">
              <a:solidFill>
                <a:srgbClr val="9AA7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D"/>
              </a:solidFill>
              <a:ln w="9525" cap="flat">
                <a:solidFill>
                  <a:srgbClr val="9AA7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0.74786</c:v>
                </c:pt>
                <c:pt idx="1">
                  <c:v>0.74786</c:v>
                </c:pt>
                <c:pt idx="2">
                  <c:v>0.74786</c:v>
                </c:pt>
                <c:pt idx="3">
                  <c:v>0.75003</c:v>
                </c:pt>
                <c:pt idx="4">
                  <c:v>0.75003</c:v>
                </c:pt>
                <c:pt idx="5">
                  <c:v>0.75332</c:v>
                </c:pt>
                <c:pt idx="6">
                  <c:v>0.75332</c:v>
                </c:pt>
                <c:pt idx="7">
                  <c:v>0.75332</c:v>
                </c:pt>
                <c:pt idx="8">
                  <c:v>0.75405</c:v>
                </c:pt>
                <c:pt idx="9">
                  <c:v>0.75405</c:v>
                </c:pt>
                <c:pt idx="10">
                  <c:v>0.75405</c:v>
                </c:pt>
                <c:pt idx="11">
                  <c:v>0.75405</c:v>
                </c:pt>
                <c:pt idx="12">
                  <c:v>0.75405</c:v>
                </c:pt>
                <c:pt idx="13">
                  <c:v>0.75405</c:v>
                </c:pt>
                <c:pt idx="14">
                  <c:v>0.75405</c:v>
                </c:pt>
                <c:pt idx="15">
                  <c:v>0.75405</c:v>
                </c:pt>
                <c:pt idx="16">
                  <c:v>0.75405</c:v>
                </c:pt>
                <c:pt idx="17">
                  <c:v>0.75405</c:v>
                </c:pt>
                <c:pt idx="18">
                  <c:v>0.75405</c:v>
                </c:pt>
                <c:pt idx="19">
                  <c:v>0.75516</c:v>
                </c:pt>
                <c:pt idx="20">
                  <c:v>0.75516</c:v>
                </c:pt>
                <c:pt idx="21">
                  <c:v>0.75516</c:v>
                </c:pt>
                <c:pt idx="22">
                  <c:v>0.75522</c:v>
                </c:pt>
                <c:pt idx="23">
                  <c:v>0.75522</c:v>
                </c:pt>
                <c:pt idx="24">
                  <c:v>0.75522</c:v>
                </c:pt>
                <c:pt idx="25">
                  <c:v>0.75522</c:v>
                </c:pt>
                <c:pt idx="26">
                  <c:v>0.75522</c:v>
                </c:pt>
                <c:pt idx="27">
                  <c:v>0.75522</c:v>
                </c:pt>
                <c:pt idx="28">
                  <c:v>0.75655</c:v>
                </c:pt>
                <c:pt idx="29">
                  <c:v>0.75655</c:v>
                </c:pt>
                <c:pt idx="30">
                  <c:v>0.75717</c:v>
                </c:pt>
                <c:pt idx="31">
                  <c:v>0.75717</c:v>
                </c:pt>
                <c:pt idx="32">
                  <c:v>0.75717</c:v>
                </c:pt>
                <c:pt idx="33">
                  <c:v>0.75717</c:v>
                </c:pt>
                <c:pt idx="34">
                  <c:v>0.75717</c:v>
                </c:pt>
                <c:pt idx="35">
                  <c:v>0.75717</c:v>
                </c:pt>
                <c:pt idx="36">
                  <c:v>0.75717</c:v>
                </c:pt>
                <c:pt idx="37">
                  <c:v>0.75717</c:v>
                </c:pt>
                <c:pt idx="38">
                  <c:v>0.75772</c:v>
                </c:pt>
                <c:pt idx="39">
                  <c:v>0.75772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 · GP (2회 평균)</c:v>
                </c:pt>
              </c:strCache>
            </c:strRef>
          </c:tx>
          <c:spPr>
            <a:solidFill>
              <a:srgbClr val="3E8E57"/>
            </a:solidFill>
            <a:ln w="38100" cap="flat">
              <a:solidFill>
                <a:srgbClr val="3E8E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E8E57"/>
              </a:solidFill>
              <a:ln w="9525" cap="flat">
                <a:solidFill>
                  <a:srgbClr val="3E8E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</c:lvl>
              </c:multiLvlStrCache>
            </c:multiLvlStrRef>
          </c:cat>
          <c:val>
            <c:numRef>
              <c:f>Sheet1!$C$2:$C$41</c:f>
              <c:numCache>
                <c:formatCode>General</c:formatCode>
                <c:ptCount val="40"/>
                <c:pt idx="0">
                  <c:v>0.67168</c:v>
                </c:pt>
                <c:pt idx="1">
                  <c:v>0.73938</c:v>
                </c:pt>
                <c:pt idx="2">
                  <c:v>0.74003</c:v>
                </c:pt>
                <c:pt idx="3">
                  <c:v>0.75368</c:v>
                </c:pt>
                <c:pt idx="4">
                  <c:v>0.75623</c:v>
                </c:pt>
                <c:pt idx="5">
                  <c:v>0.75623</c:v>
                </c:pt>
                <c:pt idx="6">
                  <c:v>0.75623</c:v>
                </c:pt>
                <c:pt idx="7">
                  <c:v>0.75623</c:v>
                </c:pt>
                <c:pt idx="8">
                  <c:v>0.75623</c:v>
                </c:pt>
                <c:pt idx="9">
                  <c:v>0.75623</c:v>
                </c:pt>
                <c:pt idx="10">
                  <c:v>0.75623</c:v>
                </c:pt>
                <c:pt idx="11">
                  <c:v>0.75623</c:v>
                </c:pt>
                <c:pt idx="12">
                  <c:v>0.75623</c:v>
                </c:pt>
                <c:pt idx="13">
                  <c:v>0.75667</c:v>
                </c:pt>
                <c:pt idx="14">
                  <c:v>0.75667</c:v>
                </c:pt>
                <c:pt idx="15">
                  <c:v>0.75667</c:v>
                </c:pt>
                <c:pt idx="16">
                  <c:v>0.75667</c:v>
                </c:pt>
                <c:pt idx="17">
                  <c:v>0.75667</c:v>
                </c:pt>
                <c:pt idx="18">
                  <c:v>0.75667</c:v>
                </c:pt>
                <c:pt idx="19">
                  <c:v>0.75667</c:v>
                </c:pt>
                <c:pt idx="20">
                  <c:v>0.75667</c:v>
                </c:pt>
                <c:pt idx="21">
                  <c:v>0.75667</c:v>
                </c:pt>
                <c:pt idx="22">
                  <c:v>0.75672</c:v>
                </c:pt>
                <c:pt idx="23">
                  <c:v>0.75777</c:v>
                </c:pt>
                <c:pt idx="24">
                  <c:v>0.75777</c:v>
                </c:pt>
                <c:pt idx="25">
                  <c:v>0.75777</c:v>
                </c:pt>
                <c:pt idx="26">
                  <c:v>0.75887</c:v>
                </c:pt>
                <c:pt idx="27">
                  <c:v>0.75887</c:v>
                </c:pt>
                <c:pt idx="28">
                  <c:v>0.75887</c:v>
                </c:pt>
                <c:pt idx="29">
                  <c:v>0.75887</c:v>
                </c:pt>
                <c:pt idx="30">
                  <c:v>0.75887</c:v>
                </c:pt>
                <c:pt idx="31">
                  <c:v>0.75887</c:v>
                </c:pt>
                <c:pt idx="32">
                  <c:v>0.75887</c:v>
                </c:pt>
                <c:pt idx="33">
                  <c:v>0.75887</c:v>
                </c:pt>
                <c:pt idx="34">
                  <c:v>0.75887</c:v>
                </c:pt>
                <c:pt idx="35">
                  <c:v>0.75887</c:v>
                </c:pt>
                <c:pt idx="36">
                  <c:v>0.75887</c:v>
                </c:pt>
                <c:pt idx="37">
                  <c:v>0.75887</c:v>
                </c:pt>
                <c:pt idx="38">
                  <c:v>0.75887</c:v>
                </c:pt>
                <c:pt idx="39">
                  <c:v>0.75887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Grid 243회의 최고값 (0.7597)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</c:lvl>
              </c:multiLvlStrCache>
            </c:multiLvlStrRef>
          </c:cat>
          <c:val>
            <c:numRef>
              <c:f>Sheet1!$D$2:$D$41</c:f>
              <c:numCache>
                <c:formatCode>General</c:formatCode>
                <c:ptCount val="40"/>
                <c:pt idx="0">
                  <c:v>0.75972</c:v>
                </c:pt>
                <c:pt idx="1">
                  <c:v>0.75972</c:v>
                </c:pt>
                <c:pt idx="2">
                  <c:v>0.75972</c:v>
                </c:pt>
                <c:pt idx="3">
                  <c:v>0.75972</c:v>
                </c:pt>
                <c:pt idx="4">
                  <c:v>0.75972</c:v>
                </c:pt>
                <c:pt idx="5">
                  <c:v>0.75972</c:v>
                </c:pt>
                <c:pt idx="6">
                  <c:v>0.75972</c:v>
                </c:pt>
                <c:pt idx="7">
                  <c:v>0.75972</c:v>
                </c:pt>
                <c:pt idx="8">
                  <c:v>0.75972</c:v>
                </c:pt>
                <c:pt idx="9">
                  <c:v>0.75972</c:v>
                </c:pt>
                <c:pt idx="10">
                  <c:v>0.75972</c:v>
                </c:pt>
                <c:pt idx="11">
                  <c:v>0.75972</c:v>
                </c:pt>
                <c:pt idx="12">
                  <c:v>0.75972</c:v>
                </c:pt>
                <c:pt idx="13">
                  <c:v>0.75972</c:v>
                </c:pt>
                <c:pt idx="14">
                  <c:v>0.75972</c:v>
                </c:pt>
                <c:pt idx="15">
                  <c:v>0.75972</c:v>
                </c:pt>
                <c:pt idx="16">
                  <c:v>0.75972</c:v>
                </c:pt>
                <c:pt idx="17">
                  <c:v>0.75972</c:v>
                </c:pt>
                <c:pt idx="18">
                  <c:v>0.75972</c:v>
                </c:pt>
                <c:pt idx="19">
                  <c:v>0.75972</c:v>
                </c:pt>
                <c:pt idx="20">
                  <c:v>0.75972</c:v>
                </c:pt>
                <c:pt idx="21">
                  <c:v>0.75972</c:v>
                </c:pt>
                <c:pt idx="22">
                  <c:v>0.75972</c:v>
                </c:pt>
                <c:pt idx="23">
                  <c:v>0.75972</c:v>
                </c:pt>
                <c:pt idx="24">
                  <c:v>0.75972</c:v>
                </c:pt>
                <c:pt idx="25">
                  <c:v>0.75972</c:v>
                </c:pt>
                <c:pt idx="26">
                  <c:v>0.75972</c:v>
                </c:pt>
                <c:pt idx="27">
                  <c:v>0.75972</c:v>
                </c:pt>
                <c:pt idx="28">
                  <c:v>0.75972</c:v>
                </c:pt>
                <c:pt idx="29">
                  <c:v>0.75972</c:v>
                </c:pt>
                <c:pt idx="30">
                  <c:v>0.75972</c:v>
                </c:pt>
                <c:pt idx="31">
                  <c:v>0.75972</c:v>
                </c:pt>
                <c:pt idx="32">
                  <c:v>0.75972</c:v>
                </c:pt>
                <c:pt idx="33">
                  <c:v>0.75972</c:v>
                </c:pt>
                <c:pt idx="34">
                  <c:v>0.75972</c:v>
                </c:pt>
                <c:pt idx="35">
                  <c:v>0.75972</c:v>
                </c:pt>
                <c:pt idx="36">
                  <c:v>0.75972</c:v>
                </c:pt>
                <c:pt idx="37">
                  <c:v>0.75972</c:v>
                </c:pt>
                <c:pt idx="38">
                  <c:v>0.75972</c:v>
                </c:pt>
                <c:pt idx="39">
                  <c:v>0.75972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1B2A4A"/>
                    </a:solidFill>
                    <a:latin typeface="Arial"/>
                  </a:rPr>
                  <a:t>시도 횟수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65"/>
          <c:min val="0.74"/>
        </c:scaling>
        <c:delete val="0"/>
        <c:axPos val="l"/>
        <c:majorGridlines>
          <c:spPr>
            <a:ln w="6350" cap="flat">
              <a:solidFill>
                <a:srgbClr val="E6EB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1B2A4A"/>
                    </a:solidFill>
                    <a:latin typeface="Arial"/>
                  </a:rPr>
                  <a:t>지금까지 최고 CV AUC</a:t>
                </a:r>
              </a:p>
            </c:rich>
          </c:tx>
          <c:layout/>
          <c:overlay val="0"/>
        </c:title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0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2A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suggest_* 가 탐색 공간 정의입니다. log=True 로 로그 척도 탐색. 코드에서 # 뒤는 설명입니다.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ParBayesianOptimization은 경계(bounds)를 선형으로 탐색하므로, 로그 척도가 필요한 min_child_weight와 lambda는 log10 값(log_mcw, log_lambda)을 입력으로 받아 함수 안에서 10^x로 변환합니다. 반환 리스트의 Score가 최대화 대상입니다. folds 생성 코드는 전체 스크립트 참고.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3840480" cy="3840480"/>
          </a:xfrm>
          <a:prstGeom prst="ellipse">
            <a:avLst/>
          </a:prstGeom>
          <a:solidFill>
            <a:srgbClr val="223762"/>
          </a:solidFill>
          <a:ln w="12700">
            <a:solidFill>
              <a:srgbClr val="2237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480560"/>
            <a:ext cx="2377440" cy="2377440"/>
          </a:xfrm>
          <a:prstGeom prst="ellipse">
            <a:avLst/>
          </a:prstGeom>
          <a:solidFill>
            <a:srgbClr val="2C4270"/>
          </a:solidFill>
          <a:ln w="12700">
            <a:solidFill>
              <a:srgbClr val="2C427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BOOSTING TUNING · HANDS-ON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부스팅 튜닝하기 (R · Python)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데이터(은행 마케팅)에서 Grid · Random · Bayesian 탐색을 같은 조건으로 비교하고, 최적 튜닝 파라미터를 찾는 전 과정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Python: xgboost + Optuna(TPE) · R: xgboost + ParBayesianOptimization(GP), tidymodels tune_bayes()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질문: Grid보다 적은 비용으로 좋은 파라미터를 찾을 수 있나?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C5F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→ 60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28570"/>
            <a:ext cx="2990088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Python: Grid 243회 최고 CV AUC 0.7601 ↔ TPE 60회 평균 최고 0.7617 (3번 반복)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50876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169164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E8E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→ 40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728570"/>
            <a:ext cx="2990088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R: Grid 243회 최고 0.7597 ↔ GP 기반 BO 40회 0.7586, 0.7592 (Grid 243개 중 상위 4·2위 수준)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150876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75904" y="169164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≈ ¼ 비용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728570"/>
            <a:ext cx="2990088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 적합(5-fold CV) 횟수 기준. 시간으로도 Python은 275초 → 약 50초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9319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답: “대체로 그렇다, 단 조건이 있다”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비교 기준은 “모형 적합 횟수”. 한 번의 적합이 비쌀수록(큰 데이터, 많은 트리) 이득이 커진다  ② 적합이 1~2초로 싸면 BO의 계산 부담(대리모형 적합)이 오히려 눈에 띈다 (R 사례)  ③ 상위권 설정들 사이의 CV AUC 차이(0.001~0.003)는 CV 잡음 범위 안 → “비슷하게 좋은 설정을 훨씬 적은 시도로 찾는다”가 정확한 표현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수치는 이 슬라이드를 만들며 직접 실행한 결과 (CPU 2코어). 자세한 설정은 뒤 슬라이드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RSM ↔ BAYESIAN OPTIMIZATION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반응표면법(RSM)과 무엇이 같고 무엇이 다른가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5056632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반응표면법 (RSM)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Bayesian Optimization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9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y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수율 등 실험 결과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CV 오차 / CV AUC (한 번 = 모형 적합 k번)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요인 x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온도, 압력 …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max_depth, min_child_weight, λ …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반응표면 모형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1차·2차 다항 회귀 (국소 근사)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Gaussian process(kriging) 또는 TPE (전역·비모수)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불확실성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회귀계수의 표준오차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예측분산 σ²(x): 안 가본 곳일수록 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실험점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최대경사 경로, 정상점 분석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획득함수 EI(x)를 최대로 하는 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설계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요인 · 중심합성 설계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무작위 · LHS 5~10개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해석 가능한 2차 모형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울퉁불퉁한 표면, 정수·범주형 요인, 잡음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5577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 = 비모수 반응표면(GP)으로 하는 순차적 실험계획. 반응 하나 얻는 데 드는 비용이 큰 실험을 최소 횟수로 최적화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IT WORKS · 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1차원 예: 관측 4개로 적합한 GP 대리모형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25880"/>
          <a:ext cx="73152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1441040" y="2673487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1034" y="3298066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04733" y="2392555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16576" y="3315907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11" name="Chart 1" descr=""/>
          <p:cNvGraphicFramePr/>
          <p:nvPr/>
        </p:nvGraphicFramePr>
        <p:xfrm>
          <a:off x="457200" y="4572000"/>
          <a:ext cx="73152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4978138" y="1691640"/>
            <a:ext cx="914" cy="4160520"/>
          </a:xfrm>
          <a:prstGeom prst="line">
            <a:avLst/>
          </a:prstGeom>
          <a:noFill/>
          <a:ln w="19050">
            <a:solidFill>
              <a:srgbClr val="D9822B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5023858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x = 6.1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0" y="15087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F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관측점 4개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8229600" y="185623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“실험”한 점. 최고값 0.53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4672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29600" y="3108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F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 띠 = 불확실성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8229600" y="345643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관측점에서는 좁고, 멀어질수록 넓다. 5~7 사이는 아직 모른다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4672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229600" y="4709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82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EI가 고른 다음 점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8229600" y="505663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평균이 높고(좋을 것 같고) 불확실성도 큰 곳의 균형 → x = 6.1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IT WORKS · ②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더 실험한 뒤: 최적점 근처로 빠르게 수렴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25880"/>
          <a:ext cx="73152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1441040" y="2673487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1034" y="3298066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04733" y="2392555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16576" y="3315907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5842" y="2180648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86952" y="2210642"/>
            <a:ext cx="164592" cy="16459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13" name="Chart 1" descr=""/>
          <p:cNvGraphicFramePr/>
          <p:nvPr/>
        </p:nvGraphicFramePr>
        <p:xfrm>
          <a:off x="457200" y="4572000"/>
          <a:ext cx="73152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10"/>
          <p:cNvSpPr/>
          <p:nvPr/>
        </p:nvSpPr>
        <p:spPr>
          <a:xfrm>
            <a:off x="5108508" y="1691640"/>
            <a:ext cx="914" cy="4160520"/>
          </a:xfrm>
          <a:prstGeom prst="line">
            <a:avLst/>
          </a:prstGeom>
          <a:noFill/>
          <a:ln w="19050">
            <a:solidFill>
              <a:srgbClr val="D9822B"/>
            </a:solidFill>
            <a:prstDash val="dash"/>
          </a:ln>
        </p:spPr>
      </p:sp>
      <p:sp>
        <p:nvSpPr>
          <p:cNvPr id="15" name="Text 11"/>
          <p:cNvSpPr txBox="1"/>
          <p:nvPr/>
        </p:nvSpPr>
        <p:spPr>
          <a:xfrm>
            <a:off x="5154228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x = 6.3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672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29600" y="15087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F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관측 6개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8229600" y="185623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최고값 0.53 → 0.80. EI가 고른 다음 점 x = 6.3은 참 최대(0.82)의 위치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04672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29600" y="3108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F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불확실성 감소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8229600" y="345643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탐색한 구간의 띠가 좁아지고, 먼 곳은 EI가 0에 가까움 → 더 볼 필요 없음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04672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229600" y="4709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82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Grid였다면?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8229600" y="505663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 간격 격자로는 21번 실험. BO는 7번째 실험에서 참 최대에 도달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ACQUISITION &amp; TPE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획득함수(EI)와 또 다른 대리모형 TPE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669280" cy="201168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463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Expected Improvement (최대화 문제)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EI(x) = (μ − f*)Φ(z) + σφ(z),   z = (μ − f*)/σ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항: 평균이 현재 최고 f*보다 높을수록 ↑ (exploitation)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항: 불확실성 σ가 클수록 ↑ (exploration)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대안: UCB = μ + κσ (κ가 탐색 강도), PI = P(f &gt; f*)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28232" y="14630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164592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2C5F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TPE (Tree-structured Parzen Estimator)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f(x)를 직접 모형화하지 않고 뒤집어서 본다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시도들을 결과 기준 상위 γ%(좋음)와 나머지(나쁨)로 나눠, 각 그룹의 x 분포 l(x), g(x)를 커널밀도로 추정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후보: l(x) / g(x) 가 큰 x  (EI 최대화와 동치임이 알려져 있음)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정수·범주형·조건부 파라미터, 높은 차원에 강하고 빠름 → Optuna의 기본값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GP: Snoek, Larochelle &amp; Adams (2012). TPE: Bergstra et al. (2011). 이번 실습: Python = TPE, R = GP (ParBayesianOptimization, tune_bayes)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데이터: 은행 텔레마케팅 (bank.csv)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4,521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70709"/>
            <a:ext cx="210312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수 (행)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4992" y="14630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9312" y="1645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2470709"/>
            <a:ext cx="210312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설명변수 (수치 6 + 범주 9)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1344" y="14630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55664" y="1645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982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11.5%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470709"/>
            <a:ext cx="210312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정기예금 가입(y = yes) 비율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97696" y="1463040"/>
            <a:ext cx="2642616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72016" y="1645920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AUC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470709"/>
            <a:ext cx="2093976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평가지표 (불균형 분류)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DF1E1"/>
          </a:solidFill>
          <a:ln w="12700">
            <a:solidFill>
              <a:srgbClr val="FDF1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duration 제외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8679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통화 시간은 통화가 끝나야 알 수 있는 정보 → 예측 시점에 없는 변수(누수). UCI 설명서도 제외를 권장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53912" y="34290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28232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38679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80% / 테스트 20% (층화). 튜닝은 학습 데이터의 5-fold CV AUC로만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892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2395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XGBoost, 학습률 0.05 고정, 트리 수는 조기 종료(50회)로 결정 → 탐색에서 제외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53912" y="48006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28232" y="4892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공정한 비교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6428232" y="52395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방법 모두 같은 fold, 같은 탐색 공간, 같은 목적함수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UCI Bank Marketing 데이터의 10% 표본 (학부 강의 사이트의 bank.csv)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EXPERIMENT 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공간과 비교 설계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675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00584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하이퍼파라미터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척도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Grid 수준 (3개씩)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max_depth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~ 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2, 4, 6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min_child_weight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~ 50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1, 7, 50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subsample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 ~ 1.0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0.5, 0.75, 1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colsample_bytree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 ~ 1.0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0.5, 0.75, 1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lambda (L2)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0.01 ~ 100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0.01, 1, 100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417320"/>
            <a:ext cx="4142232" cy="603504"/>
          </a:xfrm>
          <a:prstGeom prst="roundRect">
            <a:avLst>
              <a:gd name="adj" fmla="val 1212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0" y="141732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Grid search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141732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3⁵ = 243회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98080" y="2130552"/>
            <a:ext cx="4142232" cy="603504"/>
          </a:xfrm>
          <a:prstGeom prst="roundRect">
            <a:avLst>
              <a:gd name="adj" fmla="val 1212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0" y="213055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 search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0" y="213055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60회 (Python) · 40회 (R)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98080" y="2843784"/>
            <a:ext cx="4142232" cy="603504"/>
          </a:xfrm>
          <a:prstGeom prst="roundRect">
            <a:avLst>
              <a:gd name="adj" fmla="val 1212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80960" y="28437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(TPE)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0" y="28437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60회, 처음 10회 무작위 (Python)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98080" y="3557016"/>
            <a:ext cx="4142232" cy="603504"/>
          </a:xfrm>
          <a:prstGeom prst="roundRect">
            <a:avLst>
              <a:gd name="adj" fmla="val 1212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80960" y="355701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E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(GP)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0" y="355701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40회 = 초기 10 + 반복 30 (R)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38912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4389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비용의 단위 = “1회 = 5-fold CV 한 번(모형 5번 적합)”.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Grid는 차원이 하나 늘 때마다 3배(3⁶ = 729, 3⁷ = 2,187)로 폭발하지만, Random·BO는 예산을 우리가 정한다. Random·TPE는 시드를 바꿔 3번(R은 2번) 반복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Grid 수준을 4개로 늘리면 4⁵ = 1,024회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3840480" cy="3840480"/>
          </a:xfrm>
          <a:prstGeom prst="ellipse">
            <a:avLst/>
          </a:prstGeom>
          <a:solidFill>
            <a:srgbClr val="223762"/>
          </a:solidFill>
          <a:ln w="12700">
            <a:solidFill>
              <a:srgbClr val="2237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실습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1097280" cy="73152"/>
          </a:xfrm>
          <a:prstGeom prst="rect">
            <a:avLst/>
          </a:prstGeom>
          <a:solidFill>
            <a:srgbClr val="2C5F9E"/>
          </a:solidFill>
          <a:ln w="12700">
            <a:solidFill>
              <a:srgbClr val="2C5F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886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7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xgboost + Optuna (TPE)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준비와 목적함수: “실험 한 번” 정의하기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200"/>
            </a:avLst>
          </a:prstGeom>
          <a:solidFill>
            <a:srgbClr val="10192E"/>
          </a:solidFill>
          <a:ln w="12700">
            <a:solidFill>
              <a:srgbClr val="1019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74520"/>
            <a:ext cx="106344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xgboost as xgb, optuna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train_test_split, StratifiedKFold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 = pd.read_csv("bank.csv", sep=";").drop(columns=["duration"])  # 누수 변수 제거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(bank.pop("y") == "yes").astype(int)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pd.get_dummies(bank).astype(float)                              # 범주형 → 더미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 Xte, ytr, yte = train_test_split(X, y, test_size=0.2, stratify=y, random_state=2026)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dtr   = xgb.DMatrix(Xtr, label=ytr)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folds = list(StratifiedKFold(5, shuffle=True, random_state=1).split(Xtr, ytr))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objective(trial):                       # 입력: 설정 하나 → 출력: CV AUC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{"objective": "binary:logistic", "eval_metric": "auc", "eta": 0.05,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"max_depth":        trial.suggest_int("max_depth", 2, 8),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"min_child_weight": trial.suggest_float("min_child_weight", 1, 50, log=True),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"subsample":        trial.suggest_float("subsample", 0.5, 1.0),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"colsample_bytree": trial.suggest_float("colsample_bytree", 0.5, 1.0),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"lambda":           trial.suggest_float("lambda", 1e-2, 100, log=True)}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 = xgb.cv(p, dtr, num_boost_round=2000, folds=folds, early_stopping_rounds=50)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trial.set_user_attr("n_trees", len(cv))  # 조기 종료가 고른 트리 수 저장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cv["test-auc-mean"].iloc[-1]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②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실행, 결과 확인, 최종 모형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7589520" cy="4526280"/>
          </a:xfrm>
          <a:prstGeom prst="roundRect">
            <a:avLst>
              <a:gd name="adj" fmla="val 1212"/>
            </a:avLst>
          </a:prstGeom>
          <a:solidFill>
            <a:srgbClr val="10192E"/>
          </a:solidFill>
          <a:ln w="12700">
            <a:solidFill>
              <a:srgbClr val="1019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74520"/>
            <a:ext cx="71323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sampler = optuna.samplers.TPESampler(n_startup_trials=10, seed=0)  # 처음 10회는 무작위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   = optuna.create_study(direction="maximize", sampler=sampler)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study.optimize(objective, n_trials=60)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print(study.best_value)         # 최고 CV AUC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print(study.best_params)        # 최적 튜닝 파라미터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optuna.visualization.plot_optimization_history(study)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optuna.visualization.plot_param_importances(study)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C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비교: sampler=optuna.samplers.RandomSampler(seed=0) → Random search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C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최종 모형: 최적 설정 + 그때의 트리 수로 학습 데이터 전체 적합 → test 평가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roc_auc_score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    = study.best_params | {"objective": "binary:logistic", "eta": 0.05}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    = study.best_trial.user_attrs["n_trees"]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xgb.train(bp, dtr, num_boost_round=n)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roc_auc_score(yte, model.predict(xgb.DMatrix(Xte)))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366760" y="1463040"/>
            <a:ext cx="3273552" cy="4754880"/>
          </a:xfrm>
          <a:prstGeom prst="roundRect">
            <a:avLst>
              <a:gd name="adj" fmla="val 2235"/>
            </a:avLst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49640" y="1645920"/>
            <a:ext cx="2926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2C5F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설정 (seed 0)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 = 2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min_child_weight = 1.14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subsample = 0.56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colsample_bytree = 0.53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= 0.67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트리 수 = 281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D982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CV AUC = 0.7610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얕은 트리(깊이 2), 작은 잎 제약, 행·열 부표본 50~60% — 신호가 약한 데이터에서 전형적인 “단순한 모형” 선택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RESULT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①: 시도 횟수에 따른 “지금까지의 최고 CV AUC”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1463040"/>
            <a:ext cx="3730752" cy="1325880"/>
          </a:xfrm>
          <a:prstGeom prst="roundRect">
            <a:avLst>
              <a:gd name="adj" fmla="val 551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10회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8928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TPE도 무작위로 시작하므로 두 곡선이 겹친다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09560" y="2926080"/>
            <a:ext cx="3730752" cy="1325880"/>
          </a:xfrm>
          <a:prstGeom prst="roundRect">
            <a:avLst>
              <a:gd name="adj" fmla="val 5517"/>
            </a:avLst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9244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F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이후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335584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TPE는 좋은 영역에 집중. Grid 최고값 −0.001 이내 도달: TPE 31, 17, 15번째 / Random 못함, 못함, 31번째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09560" y="4389120"/>
            <a:ext cx="3730752" cy="1325880"/>
          </a:xfrm>
          <a:prstGeom prst="roundRect">
            <a:avLst>
              <a:gd name="adj" fmla="val 551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0" y="4480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82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60회 뒤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481888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TPE 최고 0.7610, 0.7628, 0.7612 — 3번 모두 Grid 243회(0.7601)보다 높음. Random: 0.7580, 0.7585, 0.7603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y축은 0.74부터 시작 (차이를 보기 위해 확대). 한 번의 최고값 선택에는 CV 잡음이 섞여 있음에 유의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RESULT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②: 비용과 성능 요약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2103120"/>
                <a:gridCol w="2468880"/>
                <a:gridCol w="222199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시도 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 (초)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최고 CV AUC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테스트 AUC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기본값 (튜닝 없음)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Grid search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0.7601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Random search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 (평균)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0.7589 (평균)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Bayesian (TPE)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 (평균)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0.7617 (평균)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0.733 (seed 0)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2628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F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9834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TPE는 Grid의 약 ¼ 시도(60 vs 243), 시간도 약 ⅕ 수준으로 더 높은 CV AUC 도달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452628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3712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82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AUC 해석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4553712" y="49834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AUC는 0.734~0.738로 방법 간 차이가 작다. 테스트 양성 104명뿐이라 AUC의 표준오차가 약 0.025 → 차이를 구분할 수 없음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01584" y="452628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30184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데이터의 교훈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8330184" y="49834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신호가 약한 데이터에서는 튜닝의 이득 자체가 작다. 그래도 “적은 비용으로 최상위권 설정”이라는 BO의 장점은 그대로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3840480" cy="3840480"/>
          </a:xfrm>
          <a:prstGeom prst="ellipse">
            <a:avLst/>
          </a:prstGeom>
          <a:solidFill>
            <a:srgbClr val="223762"/>
          </a:solidFill>
          <a:ln w="12700">
            <a:solidFill>
              <a:srgbClr val="2237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실습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1097280" cy="73152"/>
          </a:xfrm>
          <a:prstGeom prst="rect">
            <a:avLst/>
          </a:prstGeom>
          <a:solidFill>
            <a:srgbClr val="3E8E57"/>
          </a:solidFill>
          <a:ln w="12700">
            <a:solidFill>
              <a:srgbClr val="3E8E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886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7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xgboost + ParBayesianOptimization (Gaussian process)  ·  tidymodels tune_bayes()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준비와 scoring function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200"/>
            </a:avLst>
          </a:prstGeom>
          <a:solidFill>
            <a:srgbClr val="10192E"/>
          </a:solidFill>
          <a:ln w="12700">
            <a:solidFill>
              <a:srgbClr val="1019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74520"/>
            <a:ext cx="106344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library(xgboost); library(ParBayesianOptimization)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 &lt;- read.csv("bank.csv", sep = ";", stringsAsFactors = TRUE)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bank$duration &lt;- NULL                                   # 누수 변수 제거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&lt;- as.integer(bank$y == "yes")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model.matrix(~ . - y, data = bank)[, -1]           # 범주형 → 더미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set.seed(2026)                                          # 층화 80/20 분할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  &lt;- c(sample(which(y == 1), round(.2 * sum(y == 1))), sample(which(y == 0), round(.2 * sum(y == 0))))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dtr &lt;- xgb.DMatrix(X[-te, ], label = y[-te])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scoringFunction &lt;- function(max_depth, log_mcw, subsample, colsample_bytree, log_lambda) {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  &lt;- list(objective = "binary:logistic", eval_metric = "auc", eta = 0.05,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max_depth = max_depth, min_child_weight = 10^log_mcw,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subsample = subsample, colsample_bytree = colsample_bytree, lambda = 10^log_lambda)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cv &lt;- xgb.cv(params = p, data = dtr, nrounds = 2000, folds = folds,   # folds: 층화 5-fold 인덱스 목록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early_stopping_rounds = 50, verbose = 0)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list(Score   = max(cv$evaluation_log$test_auc_mean),                  # 최대화할 값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nrounds = cv$early_stop$best_iteration)                          # 함께 기록할 값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②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bayesOpt() 실행과 최적 파라미터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7223760" cy="4526280"/>
          </a:xfrm>
          <a:prstGeom prst="roundRect">
            <a:avLst>
              <a:gd name="adj" fmla="val 1212"/>
            </a:avLst>
          </a:prstGeom>
          <a:solidFill>
            <a:srgbClr val="10192E"/>
          </a:solidFill>
          <a:ln w="12700">
            <a:solidFill>
              <a:srgbClr val="1019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74520"/>
            <a:ext cx="67665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bounds &lt;- list(max_depth = c(2L, 8L),  log_mcw = c(0, log10(50)),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subsample = c(0.5, 1),  colsample_bytree = c(0.5, 1),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log_lambda = c(-2, 2))            # 정수 경계(2L, 8L) → 정수로 탐색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set.seed(1)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 &lt;- bayesOpt(FUN = scoringFunction, bounds = bounds,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initPoints = 10,     # 초기 설계: 무작위(LHS) 10점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iters.n = 30,        # 이후 GP + 획득함수로 30점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acq = "ei")          # Expected Improvement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opt$scoreSummary                    # 매 시도의 설정 · Score · nrounds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getBestPars(opt)                    # 최적 튜닝 파라미터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plot(opt)                           # 시도별 Score와 획득함수 값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C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최종 모형: 최적 설정 + nrounds로 학습 데이터 전체 적합 → test AUC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01000" y="1463040"/>
            <a:ext cx="3639312" cy="4754880"/>
          </a:xfrm>
          <a:prstGeom prst="roundRect">
            <a:avLst>
              <a:gd name="adj" fmla="val 201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645920"/>
            <a:ext cx="3291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E8E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설정 (seed 2)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 = 4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min_child_weight = 1.19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subsample = 0.63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colsample_bytree = 0.50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= 0.27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D982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CV AUC = 0.7592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seed 1은 0.7586. Python과 같은 방향: 행·열 부표본을 낮게, 잎 제약은 작게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RESULT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GP 기반 BO 40회 vs Random 40회 vs Grid 243회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1463040"/>
            <a:ext cx="3730752" cy="1325880"/>
          </a:xfrm>
          <a:prstGeom prst="roundRect">
            <a:avLst>
              <a:gd name="adj" fmla="val 551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E8E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8928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 40회: 0.7586, 0.7592 → Grid 243개 중 상위 4위·2위 수준. Random 40회: 0.7576, 0.7578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09560" y="2926080"/>
            <a:ext cx="3730752" cy="1325880"/>
          </a:xfrm>
          <a:prstGeom prst="roundRect">
            <a:avLst>
              <a:gd name="adj" fmla="val 5517"/>
            </a:avLst>
          </a:prstGeom>
          <a:solidFill>
            <a:srgbClr val="FDF1E1"/>
          </a:solidFill>
          <a:ln w="12700">
            <a:solidFill>
              <a:srgbClr val="FDF1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9244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(정직한 결과)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335584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Grid 243회 390초, Random 40회 55초, BO 40회 346초. 적합 1회가 약 1.6초로 싸서 GP 적합·EI 최적화 부담이 더 컸다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09560" y="4389120"/>
            <a:ext cx="3730752" cy="1325880"/>
          </a:xfrm>
          <a:prstGeom prst="roundRect">
            <a:avLst>
              <a:gd name="adj" fmla="val 551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0" y="4480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교훈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481888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 한 번이 수 분 걸리는 큰 데이터라면 BO의 추가 부담은 무시할 만하고, 적합 횟수 절약이 그대로 시간 절약이 된다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ParBayesianOptimization 1.2.6 (DiceKriging GP), xgboost 3.2 (R), CPU 2코어. y축은 0.74부터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③ TIDYMODELS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일을 tidymodels로: tune_bayes()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7772400" cy="4526280"/>
          </a:xfrm>
          <a:prstGeom prst="roundRect">
            <a:avLst>
              <a:gd name="adj" fmla="val 1212"/>
            </a:avLst>
          </a:prstGeom>
          <a:solidFill>
            <a:srgbClr val="10192E"/>
          </a:solidFill>
          <a:ln w="12700">
            <a:solidFill>
              <a:srgbClr val="1019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74520"/>
            <a:ext cx="73152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library(tidymodels)                                  # parsnip, tune, rsample, dials …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bank$y &lt;- factor(bank$y, levels = c("yes", "no"))    # 첫 수준 = 관심 사건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set.seed(2026); sp &lt;- initial_split(bank, prop = 0.8, strata = y)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&lt;- training(sp); folds &lt;- vfold_cv(tr, v = 5, strata = y)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&lt;- boost_tree(trees = 2000, learn_rate = 0.05, stop_iter = 50,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tree_depth = tune(), min_n = tune(), sample_size = tune(),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mtry = tune(), loss_reduction = tune()) |&gt;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set_engine("xgboost", validation = 0.2, counts = FALSE) |&gt; set_mode("classification")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  &lt;- workflow(recipe(y ~ ., tr) |&gt; step_dummy(all_nominal_predictors()), spec)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prm &lt;- extract_parameter_set_dials(wf) |&gt;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update(tree_depth = tree_depth(c(2L, 8L)), min_n = min_n(c(2L, 50L)),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sample_size = sample_prop(c(.5, 1)), mtry = mtry_prop(c(.5, 1)))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&lt;- tune_bayes(wf, resamples = folds, param_info = prm, initial = 10, iter = 30,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metrics = metric_set(roc_auc))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show_best(res, metric = "roc_auc"); autoplot(res, type = "performance")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&lt;- last_fit(finalize_workflow(wf, select_best(res, metric = "roc_auc")), sp)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collect_metrics(final)                               # test AUC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549640" y="1463040"/>
            <a:ext cx="3090672" cy="1463040"/>
          </a:xfrm>
          <a:prstGeom prst="roundRect">
            <a:avLst>
              <a:gd name="adj" fmla="val 5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3252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E8E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732520" y="189280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40회, 101초. 최고 CV AUC 0.7569, 테스트 AUC 0.734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49640" y="3063240"/>
            <a:ext cx="3090672" cy="146304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차이점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732520" y="349300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 + EI가 기본. 트리 수는 내부 검증 20%로 조기 종료. 분할이 달라 앞 결과와 수치는 직접 비교 불가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549640" y="4663440"/>
            <a:ext cx="3090672" cy="146304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3252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509320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전처리(recipe)까지 CV 안에서 → 누수 방지. 엔진만 바꾸면 lightgbm(bonsai)도 동일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 DOES IT PAY OFF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Bayesian optimization이 확실히 이득인가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유리한 경우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9456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 한 번 적합이 비쌀 때 (큰 데이터, 많은 트리, 딥러닝)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하이퍼파라미터가 4~10개 정도일 때 (Grid가 폭발하는 영역)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예산이 수십 회로 제한될 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5112" y="146304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이득이 작은 경우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19456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적합이 1~2초로 매우 쌀 때 → Random을 많이 돌리는 게 더 간단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시도를 수백 회 이상 할 수 있을 때 → Random과의 차이 감소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병렬 자원이 많을 때 (Grid·Random은 완전 병렬)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01584" y="146304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FDF1E1"/>
          </a:solidFill>
          <a:ln w="12700">
            <a:solidFill>
              <a:srgbClr val="FDF1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75904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19456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CV AUC 0.001~0.003 차이는 잡음 → 상위권 중 단순한 설정 선택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CV에 과적합 가능 → 최종 확인은 test 또는 nested CV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공간(범위·로그 척도) 설계가 결과를 좌우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577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권장: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학습률 고정 + 조기 종료 → 4~6개 파라미터를 BO 30~60회 → 학습률 낮춰 재적합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PRACTICAL TIPS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빠르게: pruning과 병렬 실행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Bayesian Optimization으로 부스팅 튜닝하기 — R · Python 실습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C5F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· Optuna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5029200" cy="2377440"/>
          </a:xfrm>
          <a:prstGeom prst="roundRect">
            <a:avLst>
              <a:gd name="adj" fmla="val 2308"/>
            </a:avLst>
          </a:prstGeom>
          <a:solidFill>
            <a:srgbClr val="10192E"/>
          </a:solidFill>
          <a:ln w="12700">
            <a:solidFill>
              <a:srgbClr val="1019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103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5603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 = optuna.create_study(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direction="maximize",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sampler=optuna.samplers.TPESampler(seed=0),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pruner=optuna.pruners.MedianPruner())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C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목적함수 안에서 중간 점수 보고: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C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trial.report(score, step)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C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if trial.should_prune(): raise optuna.TrialPruned()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study.optimize(objective, n_trials=100, n_jobs=2)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46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가망 없는 시도는 중간에 중단(pruning) → 체감 시간 수 배 단축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45352" y="14630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E8E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1488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bayesOpt(..., iters.k = 2, parallel = TRUE) + doParallel: 한 번에 여러 점을 병렬 평가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tune_bayes(): control_bayes(no_improve = 10)으로 개선이 없으면 조기 중단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제한: bayesOpt(otherHalting = list(timeLimit = 600))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mlr3mbo: 대리모형(GP, 랜덤포레스트)과 획득함수를 자유롭게 선택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공통: 트리 수는 절대 탐색하지 말고 조기 종료에 맡기기 — 가장 큰 비용 절감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3840480" cy="3840480"/>
          </a:xfrm>
          <a:prstGeom prst="ellipse">
            <a:avLst/>
          </a:prstGeom>
          <a:solidFill>
            <a:srgbClr val="223762"/>
          </a:solidFill>
          <a:ln w="12700">
            <a:solidFill>
              <a:srgbClr val="2237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480560"/>
            <a:ext cx="2377440" cy="2377440"/>
          </a:xfrm>
          <a:prstGeom prst="ellipse">
            <a:avLst/>
          </a:prstGeom>
          <a:solidFill>
            <a:srgbClr val="2C4270"/>
          </a:solidFill>
          <a:ln w="12700">
            <a:solidFill>
              <a:srgbClr val="2C427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27248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13639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 = GP/TPE 반응표면 + 획득함수로 다음 실험점을 고르는 순차적 실험계획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904488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91363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Python: TPE 60회가 Grid 243회보다 높은 CV AUC. R: GP 40회로 Grid 243개 중 최상위권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681728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663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469087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 횟수는 ¼~⅙. 적합이 쌀 땐 BO의 계산 부담이 보일 수 있음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458968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458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440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546811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Python: Optuna(TPE) · R: ParBayesianOptimization(GP), tidymodels tune_bayes()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2026-09-28T08:13:06Z</dcterms:created>
  <dcterms:modified xsi:type="dcterms:W3CDTF">2026-09-28T08:13:06Z</dcterms:modified>
</cp:coreProperties>
</file>